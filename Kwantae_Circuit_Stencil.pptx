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0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E3ABE-6DF0-3F3E-2403-143C245D6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C1D11-BE5D-E36E-1CD9-504927B7C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B451BB-EC89-8055-56CC-D488B37A3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1963-84A7-4776-9B0C-E30E764E08B7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3D034-2189-FE45-DD46-BA8527904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656C7-0C9F-9931-C73D-9945FBFEC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345-3209-4D2A-B97B-B39A7E7F5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7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D43A3-B390-B483-5EA3-0FC1F339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BCC366-4914-BCCE-5738-89AA2FE9A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D8C093-24AB-A518-D3E1-0E10F4E5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1963-84A7-4776-9B0C-E30E764E08B7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8254F7-9CF1-75F5-A3CB-C9AD711EB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CB7772-BD48-61BC-3E9F-FB3A5B7D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345-3209-4D2A-B97B-B39A7E7F5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85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56281-9B95-0643-E3DB-1E3E9889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BEB9C7-2F9A-649B-293F-B816EEF2B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A6D6B4-A1B8-515D-79FC-38439BB5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1963-84A7-4776-9B0C-E30E764E08B7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827E25-FFC5-465E-6780-A4FBFB06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0D368D-2387-895B-5082-965F42E3A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345-3209-4D2A-B97B-B39A7E7F5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865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04E61-FF49-B9C5-7BC5-005AE510E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87687D-527B-FD0D-E324-10EC2DBF5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3A45C8-0C5E-03F1-A3FF-A4769CC18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722072-08F4-00A0-2AE9-1652A1055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1963-84A7-4776-9B0C-E30E764E08B7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024BE0-C938-1D6C-C5D3-866222ECC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9061F6-BE7F-52C7-DFB3-289DCC5D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345-3209-4D2A-B97B-B39A7E7F5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823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63B63-D452-9E62-675E-D2C92FAC6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164AD6-16A0-653D-AD16-0484F54DC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A2B45A-300D-AE9D-4F17-8F0EE7F5D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3C86BB-5FCD-36E6-20AE-58719A8954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72764F-022B-EEF9-06D5-616A25ADC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3BADAE-8BEF-7C2D-E5DC-D7D87BC24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1963-84A7-4776-9B0C-E30E764E08B7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C6D649-F4FD-2B56-D017-75AD94B0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DBEFB9-139D-E2F6-01AE-F0537B3C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345-3209-4D2A-B97B-B39A7E7F5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04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DB38B-9500-78F7-35F5-D06A427F9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76FF0C-ED8D-C319-19CB-360F50F38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1963-84A7-4776-9B0C-E30E764E08B7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505A0A-D9E2-C5DB-8988-1D9D62A33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474179-CC28-D96A-6F28-B0E30ACD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345-3209-4D2A-B97B-B39A7E7F5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131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CDFBD2-5552-D5B5-8E46-9E2957C8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1963-84A7-4776-9B0C-E30E764E08B7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22BB6D-DC16-37E5-A1A7-99B7343B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631383-C806-8EFB-3EC8-674327C7B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345-3209-4D2A-B97B-B39A7E7F5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468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56745-0D28-6008-FDBF-93F8168B2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DD87E1-BBF0-F34F-706C-E051136CB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6A6E57-5A13-3B08-2FAF-2A1292123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AEF150-C109-2AE3-2486-0607EC5B1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1963-84A7-4776-9B0C-E30E764E08B7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A547C4-4128-60E6-F606-6AFCC12F7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3F0DC2-26FB-5A07-6C33-E359AC57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345-3209-4D2A-B97B-B39A7E7F5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747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6904D-29A7-D654-9C88-E97472126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F35BB0-6388-395D-ED10-FBB178C59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4D2EEF-B4C0-AF45-21EA-DA74CC7C7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31AFBF-8907-4CDD-5305-1758BAD52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1963-84A7-4776-9B0C-E30E764E08B7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B0649C-03DC-C793-D5E3-44C78E524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7F9A66-D002-65B9-4706-86ED2B55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345-3209-4D2A-B97B-B39A7E7F5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35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BA61C-B915-1A11-3021-F01C681BD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593EB1-9263-AA90-DBC0-09CFCEDA0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AD32B2-9654-CCEF-86DF-FEE11EEC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1963-84A7-4776-9B0C-E30E764E08B7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636B55-77E7-D504-B528-980E8258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98B7B2-CC2A-A14B-7DBF-118A5E1A2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345-3209-4D2A-B97B-B39A7E7F5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035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3DEE2C-F4E9-5848-42C2-ECABF69B0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FADA4F-0D4B-73AD-BDDF-93F0C1EB2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265017-F5CC-F816-602E-AC05BD99D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1963-84A7-4776-9B0C-E30E764E08B7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91F809-5E2C-EB54-8B10-73A4B4D17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662F5E-4397-5764-828D-C350D24D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345-3209-4D2A-B97B-B39A7E7F5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095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7D8BA9-3ED5-0ED5-0908-8AC5B237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3D5D94-2188-4BBF-115F-AB9923A95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277FAA-B737-DFE9-E9DC-574E034B4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21963-84A7-4776-9B0C-E30E764E08B7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F9BD9E-E166-4095-FD75-CD16DC169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057F84-4699-56EE-2A3D-C9C7BBD39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9E345-3209-4D2A-B97B-B39A7E7F53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65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DEE7B0-1F40-185C-2894-41EE824037E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E41589-ACF9-A36D-FF7E-0507CD765414}"/>
              </a:ext>
            </a:extLst>
          </p:cNvPr>
          <p:cNvSpPr txBox="1"/>
          <p:nvPr/>
        </p:nvSpPr>
        <p:spPr>
          <a:xfrm>
            <a:off x="762000" y="6350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800" b="1">
                <a:solidFill>
                  <a:srgbClr val="1A365D"/>
                </a:solidFill>
                <a:latin typeface="Segoe UI" panose="020B0502040204020203" pitchFamily="34" charset="0"/>
              </a:rPr>
              <a:t>Circuit Stencil for PowerPoint</a:t>
            </a:r>
            <a:endParaRPr lang="ko-KR" altLang="en-US" sz="2800" b="1">
              <a:solidFill>
                <a:srgbClr val="1A365D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864796-D657-A719-85C7-923EEE7A93C3}"/>
              </a:ext>
            </a:extLst>
          </p:cNvPr>
          <p:cNvSpPr txBox="1"/>
          <p:nvPr/>
        </p:nvSpPr>
        <p:spPr>
          <a:xfrm>
            <a:off x="762000" y="1397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400">
                <a:solidFill>
                  <a:srgbClr val="2563EB"/>
                </a:solidFill>
                <a:latin typeface="Segoe UI" panose="020B0502040204020203" pitchFamily="34" charset="0"/>
              </a:rPr>
              <a:t>High-Quality Vector Circuit Components (Analog IC, Razavi &amp; TSirc Style)</a:t>
            </a:r>
            <a:endParaRPr lang="ko-KR" altLang="en-US" sz="1400">
              <a:solidFill>
                <a:srgbClr val="2563E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BE725C-A3C2-CA84-1439-B8B6DF4C94FD}"/>
              </a:ext>
            </a:extLst>
          </p:cNvPr>
          <p:cNvSpPr/>
          <p:nvPr/>
        </p:nvSpPr>
        <p:spPr>
          <a:xfrm>
            <a:off x="762000" y="2032000"/>
            <a:ext cx="10668000" cy="4191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10B7EF-2214-7000-68B8-F8DD9D839AD2}"/>
              </a:ext>
            </a:extLst>
          </p:cNvPr>
          <p:cNvSpPr txBox="1"/>
          <p:nvPr/>
        </p:nvSpPr>
        <p:spPr>
          <a:xfrm>
            <a:off x="1016000" y="2286000"/>
            <a:ext cx="10160000" cy="36009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1E293B"/>
                </a:solidFill>
                <a:latin typeface="Segoe UI" panose="020B0502040204020203" pitchFamily="34" charset="0"/>
              </a:rPr>
              <a:t>💡 </a:t>
            </a:r>
            <a:r>
              <a:rPr lang="en-US" altLang="ko-KR" sz="1200">
                <a:solidFill>
                  <a:srgbClr val="1E293B"/>
                </a:solidFill>
                <a:latin typeface="Segoe UI" panose="020B0502040204020203" pitchFamily="34" charset="0"/>
              </a:rPr>
              <a:t>Quick User Guide:
1. 100% Native Vector Shapes (Fully Editable):
   - All schematic symbols are converted into native PowerPoint Drawing Shapes/Groups.
   - Infinite scalability without loss of resolution. Line weights, colors, and fills are fully customizable.
2. Copy &amp; Paste:
   - Simply select any component, copy (Ctrl + C), and paste (Ctrl + V) into your own presentation slides.
3. Rotation &amp; Orientation:
   - For mirrored transistors or flipped rails, use [Shape Format] -&gt; [Rotate] -&gt; [Flip Horizontal / Vertical].
4. Categorization (Slides 2 - 7):
   - Slide 2: Transistors (NMOS, PMOS, Body-Tie, Diode-connected, BJTs)
   - Slide 3: Passive Components, Power Supplies &amp; Basic Nodes
   - Slide 4: Operational Amplifiers, Fully-Differential Op-Amps &amp; Comparators
   - Slide 5: Digital Logic Gates &amp; D Flip-Flops
   - Slide 6: Clock Sources, Sine Waveforms &amp; Noise
   - Slide 7: Biomedical &amp; System Level Icons</a:t>
            </a:r>
            <a:endParaRPr lang="ko-KR" altLang="en-US" sz="120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49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4927904-AABE-9FD4-8D19-A4F2ACA3858F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D7602-8FFE-2AB5-DF2B-36DCDB3425BC}"/>
              </a:ext>
            </a:extLst>
          </p:cNvPr>
          <p:cNvSpPr txBox="1"/>
          <p:nvPr/>
        </p:nvSpPr>
        <p:spPr>
          <a:xfrm>
            <a:off x="508000" y="228600"/>
            <a:ext cx="1117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b="1">
                <a:solidFill>
                  <a:srgbClr val="1A365D"/>
                </a:solidFill>
                <a:latin typeface="Segoe UI" panose="020B0502040204020203" pitchFamily="34" charset="0"/>
              </a:rPr>
              <a:t>Transistors (MOSFETs &amp; BJTs)</a:t>
            </a:r>
            <a:endParaRPr lang="ko-KR" altLang="en-US" b="1">
              <a:solidFill>
                <a:srgbClr val="1A365D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25761-5F4C-8E45-FEBA-76B51CCF6843}"/>
              </a:ext>
            </a:extLst>
          </p:cNvPr>
          <p:cNvSpPr txBox="1"/>
          <p:nvPr/>
        </p:nvSpPr>
        <p:spPr>
          <a:xfrm>
            <a:off x="508000" y="660400"/>
            <a:ext cx="11176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>
                <a:solidFill>
                  <a:srgbClr val="64748B"/>
                </a:solidFill>
                <a:latin typeface="Segoe UI" panose="020B0502040204020203" pitchFamily="34" charset="0"/>
              </a:rPr>
              <a:t>CMOS Transistors (NMOS, PMOS, Body-Tie, Diode-connected) &amp; Bipolar Junction Transistors</a:t>
            </a:r>
            <a:endParaRPr lang="ko-KR" altLang="en-US" sz="10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2CABEA-E02C-F720-C470-3E6DF2722DEB}"/>
              </a:ext>
            </a:extLst>
          </p:cNvPr>
          <p:cNvSpPr/>
          <p:nvPr/>
        </p:nvSpPr>
        <p:spPr>
          <a:xfrm>
            <a:off x="508000" y="1333500"/>
            <a:ext cx="2603500" cy="158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52FDB-7DA4-5CCB-EE4C-20A2AF467E22}"/>
              </a:ext>
            </a:extLst>
          </p:cNvPr>
          <p:cNvSpPr txBox="1"/>
          <p:nvPr/>
        </p:nvSpPr>
        <p:spPr>
          <a:xfrm>
            <a:off x="508000" y="25908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NMOS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FD9DE022-A3D7-A2FD-C1AA-7D4724472E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74788" y="1490663"/>
            <a:ext cx="669925" cy="968375"/>
            <a:chOff x="3629" y="1855"/>
            <a:chExt cx="422" cy="610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9275CB68-37E2-5EB9-EDB7-ADA9319227B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29" y="1855"/>
              <a:ext cx="422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9FA96106-1DE5-836E-939B-C7910E06D1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5" y="2160"/>
              <a:ext cx="90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Line 6">
              <a:extLst>
                <a:ext uri="{FF2B5EF4-FFF2-40B4-BE49-F238E27FC236}">
                  <a16:creationId xmlns:a16="http://schemas.microsoft.com/office/drawing/2014/main" id="{F1B345C2-52D1-841D-6153-C1E54364F1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0" y="1881"/>
              <a:ext cx="0" cy="177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B7E77F2B-3A30-319D-B139-092985E827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0" y="2262"/>
              <a:ext cx="0" cy="17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DFC969E2-9681-0B25-171F-2A48D54A70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3" y="2000"/>
              <a:ext cx="0" cy="322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A25651D8-D77A-D352-1786-D1F35FC9B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5" y="2058"/>
              <a:ext cx="191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26A753E7-62C1-F3A9-4CC6-F17C98DCCE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6" y="2262"/>
              <a:ext cx="194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5B2FCE0B-8A5F-1788-71F5-6FB6F09E0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5" y="2045"/>
              <a:ext cx="0" cy="233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F72CCAC1-43AE-52BC-6249-DA955B94E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7" y="2262"/>
              <a:ext cx="14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69F291EF-8C16-DBED-AA3E-B06F432D9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2210"/>
              <a:ext cx="157" cy="105"/>
            </a:xfrm>
            <a:custGeom>
              <a:avLst/>
              <a:gdLst>
                <a:gd name="T0" fmla="*/ 0 w 157"/>
                <a:gd name="T1" fmla="*/ 105 h 105"/>
                <a:gd name="T2" fmla="*/ 157 w 157"/>
                <a:gd name="T3" fmla="*/ 52 h 105"/>
                <a:gd name="T4" fmla="*/ 0 w 157"/>
                <a:gd name="T5" fmla="*/ 0 h 105"/>
                <a:gd name="T6" fmla="*/ 0 w 157"/>
                <a:gd name="T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7" h="105">
                  <a:moveTo>
                    <a:pt x="0" y="105"/>
                  </a:moveTo>
                  <a:lnTo>
                    <a:pt x="157" y="52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411A57B-190F-59FD-E7DF-47CE026E62C4}"/>
              </a:ext>
            </a:extLst>
          </p:cNvPr>
          <p:cNvSpPr/>
          <p:nvPr/>
        </p:nvSpPr>
        <p:spPr>
          <a:xfrm>
            <a:off x="3263900" y="1333500"/>
            <a:ext cx="2603500" cy="158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9BA69B-06A7-2D13-E052-FA7A7E8091AE}"/>
              </a:ext>
            </a:extLst>
          </p:cNvPr>
          <p:cNvSpPr txBox="1"/>
          <p:nvPr/>
        </p:nvSpPr>
        <p:spPr>
          <a:xfrm>
            <a:off x="3263900" y="25908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PMOS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22" name="Group 16">
            <a:extLst>
              <a:ext uri="{FF2B5EF4-FFF2-40B4-BE49-F238E27FC236}">
                <a16:creationId xmlns:a16="http://schemas.microsoft.com/office/drawing/2014/main" id="{A3815771-2B13-01D6-2558-E8889537313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30688" y="1490663"/>
            <a:ext cx="669925" cy="968375"/>
            <a:chOff x="3629" y="1855"/>
            <a:chExt cx="422" cy="610"/>
          </a:xfrm>
        </p:grpSpPr>
        <p:sp>
          <p:nvSpPr>
            <p:cNvPr id="23" name="AutoShape 15">
              <a:extLst>
                <a:ext uri="{FF2B5EF4-FFF2-40B4-BE49-F238E27FC236}">
                  <a16:creationId xmlns:a16="http://schemas.microsoft.com/office/drawing/2014/main" id="{E6F88315-25B4-A4EB-3A62-560CC1FDED9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29" y="1855"/>
              <a:ext cx="422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Oval 17">
              <a:extLst>
                <a:ext uri="{FF2B5EF4-FFF2-40B4-BE49-F238E27FC236}">
                  <a16:creationId xmlns:a16="http://schemas.microsoft.com/office/drawing/2014/main" id="{7EBE463C-5048-8446-E2FC-45692EADC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2116"/>
              <a:ext cx="87" cy="87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Oval 18">
              <a:extLst>
                <a:ext uri="{FF2B5EF4-FFF2-40B4-BE49-F238E27FC236}">
                  <a16:creationId xmlns:a16="http://schemas.microsoft.com/office/drawing/2014/main" id="{B184C2C1-DC31-E1DB-82D5-9A01AD091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2116"/>
              <a:ext cx="87" cy="87"/>
            </a:xfrm>
            <a:prstGeom prst="ellips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Line 19">
              <a:extLst>
                <a:ext uri="{FF2B5EF4-FFF2-40B4-BE49-F238E27FC236}">
                  <a16:creationId xmlns:a16="http://schemas.microsoft.com/office/drawing/2014/main" id="{72146FFE-C437-93A5-A4C3-25BCDE2D1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2262"/>
              <a:ext cx="0" cy="17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Line 20">
              <a:extLst>
                <a:ext uri="{FF2B5EF4-FFF2-40B4-BE49-F238E27FC236}">
                  <a16:creationId xmlns:a16="http://schemas.microsoft.com/office/drawing/2014/main" id="{62C0A163-472A-CAC1-031F-C227126F8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1881"/>
              <a:ext cx="0" cy="177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0E5A25AC-7D38-1EB1-5E31-2ADD31B06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6" y="1999"/>
              <a:ext cx="0" cy="32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Line 22">
              <a:extLst>
                <a:ext uri="{FF2B5EF4-FFF2-40B4-BE49-F238E27FC236}">
                  <a16:creationId xmlns:a16="http://schemas.microsoft.com/office/drawing/2014/main" id="{5313CFAF-9A40-0432-F2D6-278377FC7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8" y="2262"/>
              <a:ext cx="19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Line 23">
              <a:extLst>
                <a:ext uri="{FF2B5EF4-FFF2-40B4-BE49-F238E27FC236}">
                  <a16:creationId xmlns:a16="http://schemas.microsoft.com/office/drawing/2014/main" id="{770FA2A9-ED15-2EFC-0E2E-B58116F91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9" y="2058"/>
              <a:ext cx="191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C92694D4-E13D-C8AA-F6C5-6CC503F0D7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" y="2043"/>
              <a:ext cx="0" cy="233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Line 25">
              <a:extLst>
                <a:ext uri="{FF2B5EF4-FFF2-40B4-BE49-F238E27FC236}">
                  <a16:creationId xmlns:a16="http://schemas.microsoft.com/office/drawing/2014/main" id="{BD4AF162-58EE-62D8-BE3B-0B7D92AE4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2058"/>
              <a:ext cx="51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C11EC868-09F2-E6F1-2A3F-AA99B3106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006"/>
              <a:ext cx="158" cy="105"/>
            </a:xfrm>
            <a:custGeom>
              <a:avLst/>
              <a:gdLst>
                <a:gd name="T0" fmla="*/ 158 w 158"/>
                <a:gd name="T1" fmla="*/ 105 h 105"/>
                <a:gd name="T2" fmla="*/ 0 w 158"/>
                <a:gd name="T3" fmla="*/ 52 h 105"/>
                <a:gd name="T4" fmla="*/ 158 w 158"/>
                <a:gd name="T5" fmla="*/ 0 h 105"/>
                <a:gd name="T6" fmla="*/ 158 w 158"/>
                <a:gd name="T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" h="105">
                  <a:moveTo>
                    <a:pt x="158" y="105"/>
                  </a:moveTo>
                  <a:lnTo>
                    <a:pt x="0" y="52"/>
                  </a:lnTo>
                  <a:lnTo>
                    <a:pt x="158" y="0"/>
                  </a:lnTo>
                  <a:lnTo>
                    <a:pt x="158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8D32BA2-2FBE-A096-4F7F-3422F77F0540}"/>
              </a:ext>
            </a:extLst>
          </p:cNvPr>
          <p:cNvSpPr/>
          <p:nvPr/>
        </p:nvSpPr>
        <p:spPr>
          <a:xfrm>
            <a:off x="6019800" y="1333500"/>
            <a:ext cx="2603500" cy="158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3CD41-560C-9092-DFA2-DA0929F1B72C}"/>
              </a:ext>
            </a:extLst>
          </p:cNvPr>
          <p:cNvSpPr txBox="1"/>
          <p:nvPr/>
        </p:nvSpPr>
        <p:spPr>
          <a:xfrm>
            <a:off x="6019800" y="25908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LVT NMOS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37" name="Group 29">
            <a:extLst>
              <a:ext uri="{FF2B5EF4-FFF2-40B4-BE49-F238E27FC236}">
                <a16:creationId xmlns:a16="http://schemas.microsoft.com/office/drawing/2014/main" id="{A18E8C18-7F6D-5512-4201-EC1B191B462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86588" y="1490663"/>
            <a:ext cx="669925" cy="968375"/>
            <a:chOff x="3629" y="1855"/>
            <a:chExt cx="422" cy="610"/>
          </a:xfrm>
        </p:grpSpPr>
        <p:sp>
          <p:nvSpPr>
            <p:cNvPr id="38" name="AutoShape 28">
              <a:extLst>
                <a:ext uri="{FF2B5EF4-FFF2-40B4-BE49-F238E27FC236}">
                  <a16:creationId xmlns:a16="http://schemas.microsoft.com/office/drawing/2014/main" id="{DB28DD90-FBDA-4DFB-1BB2-8C8AD47F57A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29" y="1855"/>
              <a:ext cx="422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Line 30">
              <a:extLst>
                <a:ext uri="{FF2B5EF4-FFF2-40B4-BE49-F238E27FC236}">
                  <a16:creationId xmlns:a16="http://schemas.microsoft.com/office/drawing/2014/main" id="{CF56E38C-1CB4-BC4C-1947-681E4B5FF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0" y="2160"/>
              <a:ext cx="90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Line 31">
              <a:extLst>
                <a:ext uri="{FF2B5EF4-FFF2-40B4-BE49-F238E27FC236}">
                  <a16:creationId xmlns:a16="http://schemas.microsoft.com/office/drawing/2014/main" id="{D2ECD7D3-12F1-DCD8-FE20-A78AFF2E23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1881"/>
              <a:ext cx="0" cy="177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1" name="Line 32">
              <a:extLst>
                <a:ext uri="{FF2B5EF4-FFF2-40B4-BE49-F238E27FC236}">
                  <a16:creationId xmlns:a16="http://schemas.microsoft.com/office/drawing/2014/main" id="{DB96E0BA-6699-0DEF-8A5D-B02C2065AB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2262"/>
              <a:ext cx="0" cy="17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2" name="Line 33">
              <a:extLst>
                <a:ext uri="{FF2B5EF4-FFF2-40B4-BE49-F238E27FC236}">
                  <a16:creationId xmlns:a16="http://schemas.microsoft.com/office/drawing/2014/main" id="{039DA2F3-F772-0C9D-BEF3-DA34CBC34C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2" y="2000"/>
              <a:ext cx="0" cy="322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Line 34">
              <a:extLst>
                <a:ext uri="{FF2B5EF4-FFF2-40B4-BE49-F238E27FC236}">
                  <a16:creationId xmlns:a16="http://schemas.microsoft.com/office/drawing/2014/main" id="{1414CC86-6C9C-07D5-9BAA-88E91D3897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9" y="2058"/>
              <a:ext cx="191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Line 35">
              <a:extLst>
                <a:ext uri="{FF2B5EF4-FFF2-40B4-BE49-F238E27FC236}">
                  <a16:creationId xmlns:a16="http://schemas.microsoft.com/office/drawing/2014/main" id="{3EDA2564-2389-C874-9D33-8353486EA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5" y="2262"/>
              <a:ext cx="194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Line 36">
              <a:extLst>
                <a:ext uri="{FF2B5EF4-FFF2-40B4-BE49-F238E27FC236}">
                  <a16:creationId xmlns:a16="http://schemas.microsoft.com/office/drawing/2014/main" id="{170A547A-596D-D4C7-96B1-79F29D2EF8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0" y="2045"/>
              <a:ext cx="0" cy="233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Line 37">
              <a:extLst>
                <a:ext uri="{FF2B5EF4-FFF2-40B4-BE49-F238E27FC236}">
                  <a16:creationId xmlns:a16="http://schemas.microsoft.com/office/drawing/2014/main" id="{F856EEBB-C2D6-6567-ECCD-D0FDDC83C4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5" y="2262"/>
              <a:ext cx="14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9AF7E8C5-F7F4-77C2-AB15-D8B12BA5C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2210"/>
              <a:ext cx="158" cy="105"/>
            </a:xfrm>
            <a:custGeom>
              <a:avLst/>
              <a:gdLst>
                <a:gd name="T0" fmla="*/ 158 w 158"/>
                <a:gd name="T1" fmla="*/ 105 h 105"/>
                <a:gd name="T2" fmla="*/ 0 w 158"/>
                <a:gd name="T3" fmla="*/ 52 h 105"/>
                <a:gd name="T4" fmla="*/ 158 w 158"/>
                <a:gd name="T5" fmla="*/ 0 h 105"/>
                <a:gd name="T6" fmla="*/ 158 w 158"/>
                <a:gd name="T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" h="105">
                  <a:moveTo>
                    <a:pt x="158" y="105"/>
                  </a:moveTo>
                  <a:lnTo>
                    <a:pt x="0" y="52"/>
                  </a:lnTo>
                  <a:lnTo>
                    <a:pt x="158" y="0"/>
                  </a:lnTo>
                  <a:lnTo>
                    <a:pt x="158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Rectangle 39">
              <a:extLst>
                <a:ext uri="{FF2B5EF4-FFF2-40B4-BE49-F238E27FC236}">
                  <a16:creationId xmlns:a16="http://schemas.microsoft.com/office/drawing/2014/main" id="{030A2831-0CD8-3A08-52BE-B7C138CBC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" y="2000"/>
              <a:ext cx="31" cy="3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Rectangle 40">
              <a:extLst>
                <a:ext uri="{FF2B5EF4-FFF2-40B4-BE49-F238E27FC236}">
                  <a16:creationId xmlns:a16="http://schemas.microsoft.com/office/drawing/2014/main" id="{6C92FFBE-0849-FB35-DDA2-FB68DED34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" y="2000"/>
              <a:ext cx="31" cy="323"/>
            </a:xfrm>
            <a:prstGeom prst="rect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61BA645-46AD-8007-CA89-5E39FBF67732}"/>
              </a:ext>
            </a:extLst>
          </p:cNvPr>
          <p:cNvSpPr/>
          <p:nvPr/>
        </p:nvSpPr>
        <p:spPr>
          <a:xfrm>
            <a:off x="8775700" y="1333500"/>
            <a:ext cx="2603500" cy="158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2FD599-FA83-914E-75C9-78B40AE5A3ED}"/>
              </a:ext>
            </a:extLst>
          </p:cNvPr>
          <p:cNvSpPr txBox="1"/>
          <p:nvPr/>
        </p:nvSpPr>
        <p:spPr>
          <a:xfrm>
            <a:off x="8775700" y="25908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LVT PMOS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53" name="Group 43">
            <a:extLst>
              <a:ext uri="{FF2B5EF4-FFF2-40B4-BE49-F238E27FC236}">
                <a16:creationId xmlns:a16="http://schemas.microsoft.com/office/drawing/2014/main" id="{2A72F31F-3697-E5BA-01C8-8658146F5E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742488" y="1490663"/>
            <a:ext cx="669925" cy="968375"/>
            <a:chOff x="3629" y="1855"/>
            <a:chExt cx="422" cy="610"/>
          </a:xfrm>
        </p:grpSpPr>
        <p:sp>
          <p:nvSpPr>
            <p:cNvPr id="54" name="AutoShape 42">
              <a:extLst>
                <a:ext uri="{FF2B5EF4-FFF2-40B4-BE49-F238E27FC236}">
                  <a16:creationId xmlns:a16="http://schemas.microsoft.com/office/drawing/2014/main" id="{8BD05DFF-0AD7-B93E-C2FB-F66E8316060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29" y="1855"/>
              <a:ext cx="422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" name="Oval 44">
              <a:extLst>
                <a:ext uri="{FF2B5EF4-FFF2-40B4-BE49-F238E27FC236}">
                  <a16:creationId xmlns:a16="http://schemas.microsoft.com/office/drawing/2014/main" id="{C8820FBE-7F29-0390-DC15-F5681DC7C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2116"/>
              <a:ext cx="87" cy="87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" name="Oval 45">
              <a:extLst>
                <a:ext uri="{FF2B5EF4-FFF2-40B4-BE49-F238E27FC236}">
                  <a16:creationId xmlns:a16="http://schemas.microsoft.com/office/drawing/2014/main" id="{3C112037-DE21-A185-444A-0E94C02CD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2116"/>
              <a:ext cx="87" cy="87"/>
            </a:xfrm>
            <a:prstGeom prst="ellips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" name="Line 46">
              <a:extLst>
                <a:ext uri="{FF2B5EF4-FFF2-40B4-BE49-F238E27FC236}">
                  <a16:creationId xmlns:a16="http://schemas.microsoft.com/office/drawing/2014/main" id="{F66DCAB1-F658-13D6-CCC1-9783408C7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2262"/>
              <a:ext cx="0" cy="17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Line 47">
              <a:extLst>
                <a:ext uri="{FF2B5EF4-FFF2-40B4-BE49-F238E27FC236}">
                  <a16:creationId xmlns:a16="http://schemas.microsoft.com/office/drawing/2014/main" id="{091EE4B7-46AA-2D75-E1B5-A0899E19C7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1881"/>
              <a:ext cx="0" cy="177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Line 48">
              <a:extLst>
                <a:ext uri="{FF2B5EF4-FFF2-40B4-BE49-F238E27FC236}">
                  <a16:creationId xmlns:a16="http://schemas.microsoft.com/office/drawing/2014/main" id="{F8463D54-EF57-13B7-F5C6-A684FF354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6" y="1999"/>
              <a:ext cx="0" cy="32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Line 49">
              <a:extLst>
                <a:ext uri="{FF2B5EF4-FFF2-40B4-BE49-F238E27FC236}">
                  <a16:creationId xmlns:a16="http://schemas.microsoft.com/office/drawing/2014/main" id="{671E5D18-E3E1-D084-5E88-97F305866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8" y="2262"/>
              <a:ext cx="19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Line 50">
              <a:extLst>
                <a:ext uri="{FF2B5EF4-FFF2-40B4-BE49-F238E27FC236}">
                  <a16:creationId xmlns:a16="http://schemas.microsoft.com/office/drawing/2014/main" id="{AD81178C-5089-6AE6-B16E-76DD7C5B6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9" y="2058"/>
              <a:ext cx="191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Line 51">
              <a:extLst>
                <a:ext uri="{FF2B5EF4-FFF2-40B4-BE49-F238E27FC236}">
                  <a16:creationId xmlns:a16="http://schemas.microsoft.com/office/drawing/2014/main" id="{4E1FB2CE-FB4A-2FC6-79C1-19C1D72EF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" y="2043"/>
              <a:ext cx="0" cy="233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Line 52">
              <a:extLst>
                <a:ext uri="{FF2B5EF4-FFF2-40B4-BE49-F238E27FC236}">
                  <a16:creationId xmlns:a16="http://schemas.microsoft.com/office/drawing/2014/main" id="{A2858666-DFBC-E331-E5D2-8119DC1CD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2058"/>
              <a:ext cx="51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Freeform 53">
              <a:extLst>
                <a:ext uri="{FF2B5EF4-FFF2-40B4-BE49-F238E27FC236}">
                  <a16:creationId xmlns:a16="http://schemas.microsoft.com/office/drawing/2014/main" id="{194AC272-6779-7607-86A6-DAAC707A7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006"/>
              <a:ext cx="158" cy="105"/>
            </a:xfrm>
            <a:custGeom>
              <a:avLst/>
              <a:gdLst>
                <a:gd name="T0" fmla="*/ 158 w 158"/>
                <a:gd name="T1" fmla="*/ 105 h 105"/>
                <a:gd name="T2" fmla="*/ 0 w 158"/>
                <a:gd name="T3" fmla="*/ 52 h 105"/>
                <a:gd name="T4" fmla="*/ 158 w 158"/>
                <a:gd name="T5" fmla="*/ 0 h 105"/>
                <a:gd name="T6" fmla="*/ 158 w 158"/>
                <a:gd name="T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" h="105">
                  <a:moveTo>
                    <a:pt x="158" y="105"/>
                  </a:moveTo>
                  <a:lnTo>
                    <a:pt x="0" y="52"/>
                  </a:lnTo>
                  <a:lnTo>
                    <a:pt x="158" y="0"/>
                  </a:lnTo>
                  <a:lnTo>
                    <a:pt x="158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54">
              <a:extLst>
                <a:ext uri="{FF2B5EF4-FFF2-40B4-BE49-F238E27FC236}">
                  <a16:creationId xmlns:a16="http://schemas.microsoft.com/office/drawing/2014/main" id="{DED142BE-04ED-B99A-2448-D1BACC9DE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5" y="2000"/>
              <a:ext cx="31" cy="3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55">
              <a:extLst>
                <a:ext uri="{FF2B5EF4-FFF2-40B4-BE49-F238E27FC236}">
                  <a16:creationId xmlns:a16="http://schemas.microsoft.com/office/drawing/2014/main" id="{058D3E7C-4C4A-CFB9-E091-BCD13AFB2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5" y="2000"/>
              <a:ext cx="31" cy="320"/>
            </a:xfrm>
            <a:prstGeom prst="rect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7955A11-EF74-047F-A0CE-687FFF570167}"/>
              </a:ext>
            </a:extLst>
          </p:cNvPr>
          <p:cNvSpPr/>
          <p:nvPr/>
        </p:nvSpPr>
        <p:spPr>
          <a:xfrm>
            <a:off x="508000" y="3073400"/>
            <a:ext cx="2603500" cy="158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8AF0A9-422A-BE4B-A6F5-79A6033B51C1}"/>
              </a:ext>
            </a:extLst>
          </p:cNvPr>
          <p:cNvSpPr txBox="1"/>
          <p:nvPr/>
        </p:nvSpPr>
        <p:spPr>
          <a:xfrm>
            <a:off x="508000" y="43307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HVT NMOS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70" name="Group 58">
            <a:extLst>
              <a:ext uri="{FF2B5EF4-FFF2-40B4-BE49-F238E27FC236}">
                <a16:creationId xmlns:a16="http://schemas.microsoft.com/office/drawing/2014/main" id="{ED32E8C3-9D29-0A5A-C3F2-DA4FF5F789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74788" y="3230563"/>
            <a:ext cx="669925" cy="968375"/>
            <a:chOff x="3629" y="1855"/>
            <a:chExt cx="422" cy="610"/>
          </a:xfrm>
        </p:grpSpPr>
        <p:sp>
          <p:nvSpPr>
            <p:cNvPr id="71" name="AutoShape 57">
              <a:extLst>
                <a:ext uri="{FF2B5EF4-FFF2-40B4-BE49-F238E27FC236}">
                  <a16:creationId xmlns:a16="http://schemas.microsoft.com/office/drawing/2014/main" id="{585F5E6E-D3B0-0174-BB75-8A4B0FD4BDD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29" y="1855"/>
              <a:ext cx="422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Line 59">
              <a:extLst>
                <a:ext uri="{FF2B5EF4-FFF2-40B4-BE49-F238E27FC236}">
                  <a16:creationId xmlns:a16="http://schemas.microsoft.com/office/drawing/2014/main" id="{1EE735FC-593E-55E2-D199-BDE69F7DB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5" y="2160"/>
              <a:ext cx="90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Line 60">
              <a:extLst>
                <a:ext uri="{FF2B5EF4-FFF2-40B4-BE49-F238E27FC236}">
                  <a16:creationId xmlns:a16="http://schemas.microsoft.com/office/drawing/2014/main" id="{7C275C4A-C3FF-C57C-55E2-AB0F782351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0" y="1881"/>
              <a:ext cx="0" cy="177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Line 61">
              <a:extLst>
                <a:ext uri="{FF2B5EF4-FFF2-40B4-BE49-F238E27FC236}">
                  <a16:creationId xmlns:a16="http://schemas.microsoft.com/office/drawing/2014/main" id="{5A93B288-74FA-615E-B517-B2D8FC68FA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0" y="2262"/>
              <a:ext cx="0" cy="17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Line 62">
              <a:extLst>
                <a:ext uri="{FF2B5EF4-FFF2-40B4-BE49-F238E27FC236}">
                  <a16:creationId xmlns:a16="http://schemas.microsoft.com/office/drawing/2014/main" id="{7C58BACD-45E8-7135-16E4-EBAEB72A5F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3" y="2000"/>
              <a:ext cx="0" cy="322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Line 63">
              <a:extLst>
                <a:ext uri="{FF2B5EF4-FFF2-40B4-BE49-F238E27FC236}">
                  <a16:creationId xmlns:a16="http://schemas.microsoft.com/office/drawing/2014/main" id="{10AF8369-562E-7124-3981-ECA7A00B3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5" y="2058"/>
              <a:ext cx="191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Line 64">
              <a:extLst>
                <a:ext uri="{FF2B5EF4-FFF2-40B4-BE49-F238E27FC236}">
                  <a16:creationId xmlns:a16="http://schemas.microsoft.com/office/drawing/2014/main" id="{B616F5AF-3EB3-F2B1-E2B3-6E023F2E1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6" y="2262"/>
              <a:ext cx="194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Line 65">
              <a:extLst>
                <a:ext uri="{FF2B5EF4-FFF2-40B4-BE49-F238E27FC236}">
                  <a16:creationId xmlns:a16="http://schemas.microsoft.com/office/drawing/2014/main" id="{A69AC044-1EBF-C334-8474-F3BEBB386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7" y="2262"/>
              <a:ext cx="14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Freeform 66">
              <a:extLst>
                <a:ext uri="{FF2B5EF4-FFF2-40B4-BE49-F238E27FC236}">
                  <a16:creationId xmlns:a16="http://schemas.microsoft.com/office/drawing/2014/main" id="{FB53AD6A-5D80-8C05-66CC-FC60BE406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2210"/>
              <a:ext cx="157" cy="105"/>
            </a:xfrm>
            <a:custGeom>
              <a:avLst/>
              <a:gdLst>
                <a:gd name="T0" fmla="*/ 0 w 157"/>
                <a:gd name="T1" fmla="*/ 105 h 105"/>
                <a:gd name="T2" fmla="*/ 157 w 157"/>
                <a:gd name="T3" fmla="*/ 52 h 105"/>
                <a:gd name="T4" fmla="*/ 0 w 157"/>
                <a:gd name="T5" fmla="*/ 0 h 105"/>
                <a:gd name="T6" fmla="*/ 0 w 157"/>
                <a:gd name="T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7" h="105">
                  <a:moveTo>
                    <a:pt x="0" y="105"/>
                  </a:moveTo>
                  <a:lnTo>
                    <a:pt x="157" y="52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Freeform 67">
              <a:extLst>
                <a:ext uri="{FF2B5EF4-FFF2-40B4-BE49-F238E27FC236}">
                  <a16:creationId xmlns:a16="http://schemas.microsoft.com/office/drawing/2014/main" id="{DBF985B1-7BF2-9731-D893-E8179DA84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2045"/>
              <a:ext cx="56" cy="233"/>
            </a:xfrm>
            <a:custGeom>
              <a:avLst/>
              <a:gdLst>
                <a:gd name="T0" fmla="*/ 1 w 56"/>
                <a:gd name="T1" fmla="*/ 0 h 233"/>
                <a:gd name="T2" fmla="*/ 56 w 56"/>
                <a:gd name="T3" fmla="*/ 0 h 233"/>
                <a:gd name="T4" fmla="*/ 56 w 56"/>
                <a:gd name="T5" fmla="*/ 233 h 233"/>
                <a:gd name="T6" fmla="*/ 0 w 56"/>
                <a:gd name="T7" fmla="*/ 233 h 233"/>
                <a:gd name="T8" fmla="*/ 1 w 56"/>
                <a:gd name="T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233">
                  <a:moveTo>
                    <a:pt x="1" y="0"/>
                  </a:moveTo>
                  <a:lnTo>
                    <a:pt x="56" y="0"/>
                  </a:lnTo>
                  <a:lnTo>
                    <a:pt x="56" y="233"/>
                  </a:lnTo>
                  <a:lnTo>
                    <a:pt x="0" y="2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Freeform 68">
              <a:extLst>
                <a:ext uri="{FF2B5EF4-FFF2-40B4-BE49-F238E27FC236}">
                  <a16:creationId xmlns:a16="http://schemas.microsoft.com/office/drawing/2014/main" id="{3F4DCB0A-F12C-3FE7-3ABE-88750D888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2045"/>
              <a:ext cx="56" cy="233"/>
            </a:xfrm>
            <a:custGeom>
              <a:avLst/>
              <a:gdLst>
                <a:gd name="T0" fmla="*/ 1 w 56"/>
                <a:gd name="T1" fmla="*/ 0 h 233"/>
                <a:gd name="T2" fmla="*/ 56 w 56"/>
                <a:gd name="T3" fmla="*/ 0 h 233"/>
                <a:gd name="T4" fmla="*/ 56 w 56"/>
                <a:gd name="T5" fmla="*/ 233 h 233"/>
                <a:gd name="T6" fmla="*/ 0 w 56"/>
                <a:gd name="T7" fmla="*/ 233 h 233"/>
                <a:gd name="T8" fmla="*/ 1 w 56"/>
                <a:gd name="T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233">
                  <a:moveTo>
                    <a:pt x="1" y="0"/>
                  </a:moveTo>
                  <a:lnTo>
                    <a:pt x="56" y="0"/>
                  </a:lnTo>
                  <a:lnTo>
                    <a:pt x="56" y="233"/>
                  </a:lnTo>
                  <a:lnTo>
                    <a:pt x="0" y="233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D6B25E0-D9D6-C94A-3B38-8BCD79E353F5}"/>
              </a:ext>
            </a:extLst>
          </p:cNvPr>
          <p:cNvSpPr/>
          <p:nvPr/>
        </p:nvSpPr>
        <p:spPr>
          <a:xfrm>
            <a:off x="3263900" y="3073400"/>
            <a:ext cx="2603500" cy="158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1A9083-E8D5-77CC-BBBB-9495077B2F86}"/>
              </a:ext>
            </a:extLst>
          </p:cNvPr>
          <p:cNvSpPr txBox="1"/>
          <p:nvPr/>
        </p:nvSpPr>
        <p:spPr>
          <a:xfrm>
            <a:off x="3263900" y="43307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HVT PMOS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85" name="Group 71">
            <a:extLst>
              <a:ext uri="{FF2B5EF4-FFF2-40B4-BE49-F238E27FC236}">
                <a16:creationId xmlns:a16="http://schemas.microsoft.com/office/drawing/2014/main" id="{32368DB2-C84F-259B-20BF-09510A0FB5A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30688" y="3230563"/>
            <a:ext cx="669925" cy="968375"/>
            <a:chOff x="3629" y="1855"/>
            <a:chExt cx="422" cy="610"/>
          </a:xfrm>
        </p:grpSpPr>
        <p:sp>
          <p:nvSpPr>
            <p:cNvPr id="86" name="AutoShape 70">
              <a:extLst>
                <a:ext uri="{FF2B5EF4-FFF2-40B4-BE49-F238E27FC236}">
                  <a16:creationId xmlns:a16="http://schemas.microsoft.com/office/drawing/2014/main" id="{AFD4F37B-F515-A209-E58F-AA37DB9772A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29" y="1855"/>
              <a:ext cx="422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Line 72">
              <a:extLst>
                <a:ext uri="{FF2B5EF4-FFF2-40B4-BE49-F238E27FC236}">
                  <a16:creationId xmlns:a16="http://schemas.microsoft.com/office/drawing/2014/main" id="{B8DA88ED-D501-3838-470F-1989322CB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2262"/>
              <a:ext cx="0" cy="17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Line 73">
              <a:extLst>
                <a:ext uri="{FF2B5EF4-FFF2-40B4-BE49-F238E27FC236}">
                  <a16:creationId xmlns:a16="http://schemas.microsoft.com/office/drawing/2014/main" id="{92768A01-3F66-8C38-4C58-FBA7CD4F9A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1881"/>
              <a:ext cx="0" cy="177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Line 74">
              <a:extLst>
                <a:ext uri="{FF2B5EF4-FFF2-40B4-BE49-F238E27FC236}">
                  <a16:creationId xmlns:a16="http://schemas.microsoft.com/office/drawing/2014/main" id="{395F18B8-5933-F6FB-9BCE-7F4AE99CF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6" y="1999"/>
              <a:ext cx="0" cy="32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Line 75">
              <a:extLst>
                <a:ext uri="{FF2B5EF4-FFF2-40B4-BE49-F238E27FC236}">
                  <a16:creationId xmlns:a16="http://schemas.microsoft.com/office/drawing/2014/main" id="{9E01FA49-620D-199C-47E7-3AC1DF19D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8" y="2262"/>
              <a:ext cx="19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Line 76">
              <a:extLst>
                <a:ext uri="{FF2B5EF4-FFF2-40B4-BE49-F238E27FC236}">
                  <a16:creationId xmlns:a16="http://schemas.microsoft.com/office/drawing/2014/main" id="{DB2CDCA9-EC0A-F585-78D4-EEEC78A48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9" y="2058"/>
              <a:ext cx="191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Line 77">
              <a:extLst>
                <a:ext uri="{FF2B5EF4-FFF2-40B4-BE49-F238E27FC236}">
                  <a16:creationId xmlns:a16="http://schemas.microsoft.com/office/drawing/2014/main" id="{7672364B-A980-69E6-B937-FE18D7900B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2058"/>
              <a:ext cx="51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3" name="Freeform 78">
              <a:extLst>
                <a:ext uri="{FF2B5EF4-FFF2-40B4-BE49-F238E27FC236}">
                  <a16:creationId xmlns:a16="http://schemas.microsoft.com/office/drawing/2014/main" id="{E3B9850D-5811-4704-1C6E-42E1F157E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006"/>
              <a:ext cx="158" cy="105"/>
            </a:xfrm>
            <a:custGeom>
              <a:avLst/>
              <a:gdLst>
                <a:gd name="T0" fmla="*/ 158 w 158"/>
                <a:gd name="T1" fmla="*/ 105 h 105"/>
                <a:gd name="T2" fmla="*/ 0 w 158"/>
                <a:gd name="T3" fmla="*/ 52 h 105"/>
                <a:gd name="T4" fmla="*/ 158 w 158"/>
                <a:gd name="T5" fmla="*/ 0 h 105"/>
                <a:gd name="T6" fmla="*/ 158 w 158"/>
                <a:gd name="T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" h="105">
                  <a:moveTo>
                    <a:pt x="158" y="105"/>
                  </a:moveTo>
                  <a:lnTo>
                    <a:pt x="0" y="52"/>
                  </a:lnTo>
                  <a:lnTo>
                    <a:pt x="158" y="0"/>
                  </a:lnTo>
                  <a:lnTo>
                    <a:pt x="158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4" name="Freeform 79">
              <a:extLst>
                <a:ext uri="{FF2B5EF4-FFF2-40B4-BE49-F238E27FC236}">
                  <a16:creationId xmlns:a16="http://schemas.microsoft.com/office/drawing/2014/main" id="{5325E9D5-1F16-8DF4-83B1-043C6EDE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2044"/>
              <a:ext cx="56" cy="233"/>
            </a:xfrm>
            <a:custGeom>
              <a:avLst/>
              <a:gdLst>
                <a:gd name="T0" fmla="*/ 1 w 56"/>
                <a:gd name="T1" fmla="*/ 0 h 233"/>
                <a:gd name="T2" fmla="*/ 56 w 56"/>
                <a:gd name="T3" fmla="*/ 0 h 233"/>
                <a:gd name="T4" fmla="*/ 56 w 56"/>
                <a:gd name="T5" fmla="*/ 233 h 233"/>
                <a:gd name="T6" fmla="*/ 0 w 56"/>
                <a:gd name="T7" fmla="*/ 233 h 233"/>
                <a:gd name="T8" fmla="*/ 1 w 56"/>
                <a:gd name="T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233">
                  <a:moveTo>
                    <a:pt x="1" y="0"/>
                  </a:moveTo>
                  <a:lnTo>
                    <a:pt x="56" y="0"/>
                  </a:lnTo>
                  <a:lnTo>
                    <a:pt x="56" y="233"/>
                  </a:lnTo>
                  <a:lnTo>
                    <a:pt x="0" y="2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5" name="Freeform 80">
              <a:extLst>
                <a:ext uri="{FF2B5EF4-FFF2-40B4-BE49-F238E27FC236}">
                  <a16:creationId xmlns:a16="http://schemas.microsoft.com/office/drawing/2014/main" id="{8A15255B-3D1F-6E98-8428-576414CC6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2044"/>
              <a:ext cx="56" cy="233"/>
            </a:xfrm>
            <a:custGeom>
              <a:avLst/>
              <a:gdLst>
                <a:gd name="T0" fmla="*/ 1 w 56"/>
                <a:gd name="T1" fmla="*/ 0 h 233"/>
                <a:gd name="T2" fmla="*/ 56 w 56"/>
                <a:gd name="T3" fmla="*/ 0 h 233"/>
                <a:gd name="T4" fmla="*/ 56 w 56"/>
                <a:gd name="T5" fmla="*/ 233 h 233"/>
                <a:gd name="T6" fmla="*/ 0 w 56"/>
                <a:gd name="T7" fmla="*/ 233 h 233"/>
                <a:gd name="T8" fmla="*/ 1 w 56"/>
                <a:gd name="T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233">
                  <a:moveTo>
                    <a:pt x="1" y="0"/>
                  </a:moveTo>
                  <a:lnTo>
                    <a:pt x="56" y="0"/>
                  </a:lnTo>
                  <a:lnTo>
                    <a:pt x="56" y="233"/>
                  </a:lnTo>
                  <a:lnTo>
                    <a:pt x="0" y="233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6" name="Oval 81">
              <a:extLst>
                <a:ext uri="{FF2B5EF4-FFF2-40B4-BE49-F238E27FC236}">
                  <a16:creationId xmlns:a16="http://schemas.microsoft.com/office/drawing/2014/main" id="{B5113263-2984-0106-C65F-E4521218B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2116"/>
              <a:ext cx="87" cy="87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7" name="Oval 82">
              <a:extLst>
                <a:ext uri="{FF2B5EF4-FFF2-40B4-BE49-F238E27FC236}">
                  <a16:creationId xmlns:a16="http://schemas.microsoft.com/office/drawing/2014/main" id="{96165468-883F-4D72-317D-07CECEE48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2116"/>
              <a:ext cx="87" cy="87"/>
            </a:xfrm>
            <a:prstGeom prst="ellips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80624D9-E29E-1E2A-7E1C-67094F1CA914}"/>
              </a:ext>
            </a:extLst>
          </p:cNvPr>
          <p:cNvSpPr/>
          <p:nvPr/>
        </p:nvSpPr>
        <p:spPr>
          <a:xfrm>
            <a:off x="6019800" y="3073400"/>
            <a:ext cx="2603500" cy="158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E56FBAE-40B4-97FB-7963-022BD3CABECC}"/>
              </a:ext>
            </a:extLst>
          </p:cNvPr>
          <p:cNvSpPr txBox="1"/>
          <p:nvPr/>
        </p:nvSpPr>
        <p:spPr>
          <a:xfrm>
            <a:off x="6019800" y="43307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NMOS BodyTie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01" name="Group 85">
            <a:extLst>
              <a:ext uri="{FF2B5EF4-FFF2-40B4-BE49-F238E27FC236}">
                <a16:creationId xmlns:a16="http://schemas.microsoft.com/office/drawing/2014/main" id="{A13D7C67-632D-9AA9-0DFC-CF4C8718818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92950" y="3436938"/>
            <a:ext cx="457200" cy="555625"/>
            <a:chOff x="3696" y="1985"/>
            <a:chExt cx="288" cy="350"/>
          </a:xfrm>
        </p:grpSpPr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EE9960FD-C665-2A57-0FF4-A136CD09B04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96" y="1985"/>
              <a:ext cx="288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3" name="Line 86">
              <a:extLst>
                <a:ext uri="{FF2B5EF4-FFF2-40B4-BE49-F238E27FC236}">
                  <a16:creationId xmlns:a16="http://schemas.microsoft.com/office/drawing/2014/main" id="{9D81593D-7AE3-AE08-9429-E97B36A4E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0" y="2161"/>
              <a:ext cx="50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4" name="Line 87">
              <a:extLst>
                <a:ext uri="{FF2B5EF4-FFF2-40B4-BE49-F238E27FC236}">
                  <a16:creationId xmlns:a16="http://schemas.microsoft.com/office/drawing/2014/main" id="{A9D84FDE-5973-AC77-C54E-CF630180F9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1" y="2003"/>
              <a:ext cx="0" cy="101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5" name="Line 88">
              <a:extLst>
                <a:ext uri="{FF2B5EF4-FFF2-40B4-BE49-F238E27FC236}">
                  <a16:creationId xmlns:a16="http://schemas.microsoft.com/office/drawing/2014/main" id="{55EBCE42-4431-D7F5-2063-3677613449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1" y="2219"/>
              <a:ext cx="0" cy="10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6" name="Line 89">
              <a:extLst>
                <a:ext uri="{FF2B5EF4-FFF2-40B4-BE49-F238E27FC236}">
                  <a16:creationId xmlns:a16="http://schemas.microsoft.com/office/drawing/2014/main" id="{099C4B38-D06C-77CB-3277-A03BC5841E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0" y="2071"/>
              <a:ext cx="0" cy="181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7" name="Line 90">
              <a:extLst>
                <a:ext uri="{FF2B5EF4-FFF2-40B4-BE49-F238E27FC236}">
                  <a16:creationId xmlns:a16="http://schemas.microsoft.com/office/drawing/2014/main" id="{7C1202FA-36B1-4EC8-A809-03A433CEC1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104"/>
              <a:ext cx="106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8" name="Line 91">
              <a:extLst>
                <a:ext uri="{FF2B5EF4-FFF2-40B4-BE49-F238E27FC236}">
                  <a16:creationId xmlns:a16="http://schemas.microsoft.com/office/drawing/2014/main" id="{FFC9DEE8-6319-125A-24BC-17BE0AA8B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1" y="2219"/>
              <a:ext cx="108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9" name="Line 92">
              <a:extLst>
                <a:ext uri="{FF2B5EF4-FFF2-40B4-BE49-F238E27FC236}">
                  <a16:creationId xmlns:a16="http://schemas.microsoft.com/office/drawing/2014/main" id="{88FA7B18-61E8-38D6-60F8-9F65D6505C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4" y="2096"/>
              <a:ext cx="0" cy="132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0" name="Line 93">
              <a:extLst>
                <a:ext uri="{FF2B5EF4-FFF2-40B4-BE49-F238E27FC236}">
                  <a16:creationId xmlns:a16="http://schemas.microsoft.com/office/drawing/2014/main" id="{D6CA5064-6496-E34A-26E6-A9399F9DC4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1" y="2219"/>
              <a:ext cx="79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1" name="Freeform 94">
              <a:extLst>
                <a:ext uri="{FF2B5EF4-FFF2-40B4-BE49-F238E27FC236}">
                  <a16:creationId xmlns:a16="http://schemas.microsoft.com/office/drawing/2014/main" id="{C248B67D-5711-942E-EE8B-B5C3C0CB7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1" y="2189"/>
              <a:ext cx="90" cy="60"/>
            </a:xfrm>
            <a:custGeom>
              <a:avLst/>
              <a:gdLst>
                <a:gd name="T0" fmla="*/ 90 w 90"/>
                <a:gd name="T1" fmla="*/ 60 h 60"/>
                <a:gd name="T2" fmla="*/ 0 w 90"/>
                <a:gd name="T3" fmla="*/ 30 h 60"/>
                <a:gd name="T4" fmla="*/ 90 w 90"/>
                <a:gd name="T5" fmla="*/ 0 h 60"/>
                <a:gd name="T6" fmla="*/ 90 w 90"/>
                <a:gd name="T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60">
                  <a:moveTo>
                    <a:pt x="90" y="60"/>
                  </a:moveTo>
                  <a:lnTo>
                    <a:pt x="0" y="30"/>
                  </a:lnTo>
                  <a:lnTo>
                    <a:pt x="90" y="0"/>
                  </a:lnTo>
                  <a:lnTo>
                    <a:pt x="90" y="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2" name="Line 95">
              <a:extLst>
                <a:ext uri="{FF2B5EF4-FFF2-40B4-BE49-F238E27FC236}">
                  <a16:creationId xmlns:a16="http://schemas.microsoft.com/office/drawing/2014/main" id="{45FE7176-4D9A-CF28-F7A1-1567294E29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4" y="2161"/>
              <a:ext cx="157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3" name="Line 96">
              <a:extLst>
                <a:ext uri="{FF2B5EF4-FFF2-40B4-BE49-F238E27FC236}">
                  <a16:creationId xmlns:a16="http://schemas.microsoft.com/office/drawing/2014/main" id="{641D443A-18F7-C422-3FE4-4AB7A109A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4" y="2161"/>
              <a:ext cx="0" cy="115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4" name="Line 97">
              <a:extLst>
                <a:ext uri="{FF2B5EF4-FFF2-40B4-BE49-F238E27FC236}">
                  <a16:creationId xmlns:a16="http://schemas.microsoft.com/office/drawing/2014/main" id="{C08C6C5D-3CCF-4CE7-B4E0-1DD13B5CF9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4" y="2276"/>
              <a:ext cx="47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5" name="Oval 98">
              <a:extLst>
                <a:ext uri="{FF2B5EF4-FFF2-40B4-BE49-F238E27FC236}">
                  <a16:creationId xmlns:a16="http://schemas.microsoft.com/office/drawing/2014/main" id="{14BA1118-4A25-46C3-BB07-F070D9D66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5" y="2250"/>
              <a:ext cx="52" cy="52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6" name="Oval 99">
              <a:extLst>
                <a:ext uri="{FF2B5EF4-FFF2-40B4-BE49-F238E27FC236}">
                  <a16:creationId xmlns:a16="http://schemas.microsoft.com/office/drawing/2014/main" id="{F22FF0C5-04F6-A943-CD81-03B548FB8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5" y="2250"/>
              <a:ext cx="52" cy="52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D2E401C0-DA8D-D959-4F91-A15D753481CD}"/>
              </a:ext>
            </a:extLst>
          </p:cNvPr>
          <p:cNvSpPr/>
          <p:nvPr/>
        </p:nvSpPr>
        <p:spPr>
          <a:xfrm>
            <a:off x="8775700" y="3073400"/>
            <a:ext cx="2603500" cy="158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8BE32B5-06EE-0826-6634-605052EA3476}"/>
              </a:ext>
            </a:extLst>
          </p:cNvPr>
          <p:cNvSpPr txBox="1"/>
          <p:nvPr/>
        </p:nvSpPr>
        <p:spPr>
          <a:xfrm>
            <a:off x="8775700" y="43307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PMOS BodyTie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20" name="Group 102">
            <a:extLst>
              <a:ext uri="{FF2B5EF4-FFF2-40B4-BE49-F238E27FC236}">
                <a16:creationId xmlns:a16="http://schemas.microsoft.com/office/drawing/2014/main" id="{CA5022BF-E167-F545-0F9F-D232649A1D2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677400" y="3230563"/>
            <a:ext cx="800100" cy="968375"/>
            <a:chOff x="3588" y="1855"/>
            <a:chExt cx="504" cy="610"/>
          </a:xfrm>
        </p:grpSpPr>
        <p:sp>
          <p:nvSpPr>
            <p:cNvPr id="121" name="AutoShape 101">
              <a:extLst>
                <a:ext uri="{FF2B5EF4-FFF2-40B4-BE49-F238E27FC236}">
                  <a16:creationId xmlns:a16="http://schemas.microsoft.com/office/drawing/2014/main" id="{4375343F-14CF-1ED1-26B2-22C67B4D6D7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88" y="1855"/>
              <a:ext cx="504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2" name="Oval 103">
              <a:extLst>
                <a:ext uri="{FF2B5EF4-FFF2-40B4-BE49-F238E27FC236}">
                  <a16:creationId xmlns:a16="http://schemas.microsoft.com/office/drawing/2014/main" id="{6E8D9FD1-6675-FF9D-30BD-5F5BBD8E8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2116"/>
              <a:ext cx="88" cy="87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3" name="Oval 104">
              <a:extLst>
                <a:ext uri="{FF2B5EF4-FFF2-40B4-BE49-F238E27FC236}">
                  <a16:creationId xmlns:a16="http://schemas.microsoft.com/office/drawing/2014/main" id="{B1DA365F-8B4E-0F39-0528-D1ABDBC5F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2116"/>
              <a:ext cx="88" cy="87"/>
            </a:xfrm>
            <a:prstGeom prst="ellips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4" name="Line 105">
              <a:extLst>
                <a:ext uri="{FF2B5EF4-FFF2-40B4-BE49-F238E27FC236}">
                  <a16:creationId xmlns:a16="http://schemas.microsoft.com/office/drawing/2014/main" id="{AD7BE688-6FB2-65F8-E8D5-5B9CD4540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5" y="2262"/>
              <a:ext cx="0" cy="17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5" name="Line 106">
              <a:extLst>
                <a:ext uri="{FF2B5EF4-FFF2-40B4-BE49-F238E27FC236}">
                  <a16:creationId xmlns:a16="http://schemas.microsoft.com/office/drawing/2014/main" id="{070CF5A1-333D-9CC1-A03B-8C25079CD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5" y="1881"/>
              <a:ext cx="0" cy="177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6" name="Line 107">
              <a:extLst>
                <a:ext uri="{FF2B5EF4-FFF2-40B4-BE49-F238E27FC236}">
                  <a16:creationId xmlns:a16="http://schemas.microsoft.com/office/drawing/2014/main" id="{DC5ECFBD-515F-D9C6-E55F-A688B297C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1999"/>
              <a:ext cx="0" cy="32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7" name="Line 108">
              <a:extLst>
                <a:ext uri="{FF2B5EF4-FFF2-40B4-BE49-F238E27FC236}">
                  <a16:creationId xmlns:a16="http://schemas.microsoft.com/office/drawing/2014/main" id="{E50ACE61-29F8-730C-AC81-9593368A79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5" y="2262"/>
              <a:ext cx="19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8" name="Line 109">
              <a:extLst>
                <a:ext uri="{FF2B5EF4-FFF2-40B4-BE49-F238E27FC236}">
                  <a16:creationId xmlns:a16="http://schemas.microsoft.com/office/drawing/2014/main" id="{DA9AB4A6-B6FD-B603-C9FA-C2C1D753C8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5" y="2058"/>
              <a:ext cx="191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9" name="Line 110">
              <a:extLst>
                <a:ext uri="{FF2B5EF4-FFF2-40B4-BE49-F238E27FC236}">
                  <a16:creationId xmlns:a16="http://schemas.microsoft.com/office/drawing/2014/main" id="{824ACA90-BC1D-2BE2-C2BF-8C6FE22B9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6" y="2043"/>
              <a:ext cx="0" cy="233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0" name="Line 111">
              <a:extLst>
                <a:ext uri="{FF2B5EF4-FFF2-40B4-BE49-F238E27FC236}">
                  <a16:creationId xmlns:a16="http://schemas.microsoft.com/office/drawing/2014/main" id="{71C1CEFF-CE62-5E0B-D4AF-B51C9F751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7" y="2058"/>
              <a:ext cx="5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1" name="Freeform 112">
              <a:extLst>
                <a:ext uri="{FF2B5EF4-FFF2-40B4-BE49-F238E27FC236}">
                  <a16:creationId xmlns:a16="http://schemas.microsoft.com/office/drawing/2014/main" id="{EC33D380-72D0-4207-6D4C-F818B6C3F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2006"/>
              <a:ext cx="158" cy="105"/>
            </a:xfrm>
            <a:custGeom>
              <a:avLst/>
              <a:gdLst>
                <a:gd name="T0" fmla="*/ 0 w 158"/>
                <a:gd name="T1" fmla="*/ 105 h 105"/>
                <a:gd name="T2" fmla="*/ 158 w 158"/>
                <a:gd name="T3" fmla="*/ 52 h 105"/>
                <a:gd name="T4" fmla="*/ 0 w 158"/>
                <a:gd name="T5" fmla="*/ 0 h 105"/>
                <a:gd name="T6" fmla="*/ 0 w 158"/>
                <a:gd name="T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" h="105">
                  <a:moveTo>
                    <a:pt x="0" y="105"/>
                  </a:moveTo>
                  <a:lnTo>
                    <a:pt x="158" y="52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2" name="Line 113">
              <a:extLst>
                <a:ext uri="{FF2B5EF4-FFF2-40B4-BE49-F238E27FC236}">
                  <a16:creationId xmlns:a16="http://schemas.microsoft.com/office/drawing/2014/main" id="{08A9C3AF-F383-4876-E7CF-E5EBC731AE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14" y="2160"/>
              <a:ext cx="275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3" name="Line 114">
              <a:extLst>
                <a:ext uri="{FF2B5EF4-FFF2-40B4-BE49-F238E27FC236}">
                  <a16:creationId xmlns:a16="http://schemas.microsoft.com/office/drawing/2014/main" id="{22C5EBC7-6A2D-C30C-4B9A-FC5347DB48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4" y="1957"/>
              <a:ext cx="0" cy="203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4" name="Line 115">
              <a:extLst>
                <a:ext uri="{FF2B5EF4-FFF2-40B4-BE49-F238E27FC236}">
                  <a16:creationId xmlns:a16="http://schemas.microsoft.com/office/drawing/2014/main" id="{AA961DE3-7E10-96D5-9D4C-3661120398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14" y="1957"/>
              <a:ext cx="81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5" name="Oval 116">
              <a:extLst>
                <a:ext uri="{FF2B5EF4-FFF2-40B4-BE49-F238E27FC236}">
                  <a16:creationId xmlns:a16="http://schemas.microsoft.com/office/drawing/2014/main" id="{275E3F29-1FC6-4C8C-4CCC-4823420AD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" y="1931"/>
              <a:ext cx="52" cy="52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6" name="Oval 117">
              <a:extLst>
                <a:ext uri="{FF2B5EF4-FFF2-40B4-BE49-F238E27FC236}">
                  <a16:creationId xmlns:a16="http://schemas.microsoft.com/office/drawing/2014/main" id="{0160CB39-C851-2762-1C58-4E336953F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" y="1931"/>
              <a:ext cx="52" cy="52"/>
            </a:xfrm>
            <a:prstGeom prst="ellipse">
              <a:avLst/>
            </a:prstGeom>
            <a:noFill/>
            <a:ln w="635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4A58250-67C1-60F2-31C1-38C40AD6EC32}"/>
              </a:ext>
            </a:extLst>
          </p:cNvPr>
          <p:cNvSpPr/>
          <p:nvPr/>
        </p:nvSpPr>
        <p:spPr>
          <a:xfrm>
            <a:off x="508000" y="4813300"/>
            <a:ext cx="2603500" cy="158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1206EC2-1BDD-15E7-451E-28255DF5A8A4}"/>
              </a:ext>
            </a:extLst>
          </p:cNvPr>
          <p:cNvSpPr txBox="1"/>
          <p:nvPr/>
        </p:nvSpPr>
        <p:spPr>
          <a:xfrm>
            <a:off x="508000" y="60706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NMOS Diode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40" name="Group 120">
            <a:extLst>
              <a:ext uri="{FF2B5EF4-FFF2-40B4-BE49-F238E27FC236}">
                <a16:creationId xmlns:a16="http://schemas.microsoft.com/office/drawing/2014/main" id="{105EAABA-9F42-5F98-D26A-CE23BF0ED14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87459" y="4914900"/>
            <a:ext cx="844583" cy="1079500"/>
            <a:chOff x="3538" y="1774"/>
            <a:chExt cx="604" cy="772"/>
          </a:xfrm>
        </p:grpSpPr>
        <p:sp>
          <p:nvSpPr>
            <p:cNvPr id="141" name="AutoShape 119">
              <a:extLst>
                <a:ext uri="{FF2B5EF4-FFF2-40B4-BE49-F238E27FC236}">
                  <a16:creationId xmlns:a16="http://schemas.microsoft.com/office/drawing/2014/main" id="{8228B029-277D-D6A7-65B9-0D060F7F547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38" y="1774"/>
              <a:ext cx="604" cy="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2" name="Line 121">
              <a:extLst>
                <a:ext uri="{FF2B5EF4-FFF2-40B4-BE49-F238E27FC236}">
                  <a16:creationId xmlns:a16="http://schemas.microsoft.com/office/drawing/2014/main" id="{3CA6B7C9-D32A-0E2F-5E6A-8384FAAC0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8" y="2243"/>
              <a:ext cx="90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3" name="Line 122">
              <a:extLst>
                <a:ext uri="{FF2B5EF4-FFF2-40B4-BE49-F238E27FC236}">
                  <a16:creationId xmlns:a16="http://schemas.microsoft.com/office/drawing/2014/main" id="{BD954CA4-7B1B-7DEC-DE70-0391190F44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3" y="1964"/>
              <a:ext cx="0" cy="177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4" name="Line 123">
              <a:extLst>
                <a:ext uri="{FF2B5EF4-FFF2-40B4-BE49-F238E27FC236}">
                  <a16:creationId xmlns:a16="http://schemas.microsoft.com/office/drawing/2014/main" id="{1BFB1101-5D44-29CD-F60F-1344B91092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3" y="2344"/>
              <a:ext cx="0" cy="17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5" name="Line 124">
              <a:extLst>
                <a:ext uri="{FF2B5EF4-FFF2-40B4-BE49-F238E27FC236}">
                  <a16:creationId xmlns:a16="http://schemas.microsoft.com/office/drawing/2014/main" id="{6A975E09-836A-4EE5-B441-A15C30E027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0" y="2083"/>
              <a:ext cx="0" cy="32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6" name="Line 125">
              <a:extLst>
                <a:ext uri="{FF2B5EF4-FFF2-40B4-BE49-F238E27FC236}">
                  <a16:creationId xmlns:a16="http://schemas.microsoft.com/office/drawing/2014/main" id="{9A1768E9-3589-D3A9-3EC3-D592B9353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8" y="2141"/>
              <a:ext cx="190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7" name="Line 126">
              <a:extLst>
                <a:ext uri="{FF2B5EF4-FFF2-40B4-BE49-F238E27FC236}">
                  <a16:creationId xmlns:a16="http://schemas.microsoft.com/office/drawing/2014/main" id="{F022CAF6-EA02-5D1A-D7D1-3D1EB77117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3" y="2344"/>
              <a:ext cx="194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8" name="Line 127">
              <a:extLst>
                <a:ext uri="{FF2B5EF4-FFF2-40B4-BE49-F238E27FC236}">
                  <a16:creationId xmlns:a16="http://schemas.microsoft.com/office/drawing/2014/main" id="{D5FC3632-D1CE-BE21-A6E5-C3136245FA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8" y="2127"/>
              <a:ext cx="0" cy="233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9" name="Line 128">
              <a:extLst>
                <a:ext uri="{FF2B5EF4-FFF2-40B4-BE49-F238E27FC236}">
                  <a16:creationId xmlns:a16="http://schemas.microsoft.com/office/drawing/2014/main" id="{924C21C0-8ABE-FCE8-3C34-E8599F984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3" y="2344"/>
              <a:ext cx="14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0" name="Freeform 129">
              <a:extLst>
                <a:ext uri="{FF2B5EF4-FFF2-40B4-BE49-F238E27FC236}">
                  <a16:creationId xmlns:a16="http://schemas.microsoft.com/office/drawing/2014/main" id="{7232A885-0593-6446-140F-20E21C1BF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" y="2292"/>
              <a:ext cx="158" cy="105"/>
            </a:xfrm>
            <a:custGeom>
              <a:avLst/>
              <a:gdLst>
                <a:gd name="T0" fmla="*/ 158 w 158"/>
                <a:gd name="T1" fmla="*/ 105 h 105"/>
                <a:gd name="T2" fmla="*/ 0 w 158"/>
                <a:gd name="T3" fmla="*/ 52 h 105"/>
                <a:gd name="T4" fmla="*/ 158 w 158"/>
                <a:gd name="T5" fmla="*/ 0 h 105"/>
                <a:gd name="T6" fmla="*/ 158 w 158"/>
                <a:gd name="T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" h="105">
                  <a:moveTo>
                    <a:pt x="158" y="105"/>
                  </a:moveTo>
                  <a:lnTo>
                    <a:pt x="0" y="52"/>
                  </a:lnTo>
                  <a:lnTo>
                    <a:pt x="158" y="0"/>
                  </a:lnTo>
                  <a:lnTo>
                    <a:pt x="158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1" name="Line 130">
              <a:extLst>
                <a:ext uri="{FF2B5EF4-FFF2-40B4-BE49-F238E27FC236}">
                  <a16:creationId xmlns:a16="http://schemas.microsoft.com/office/drawing/2014/main" id="{5EDED752-78DE-DB14-C363-061A4A663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8" y="1799"/>
              <a:ext cx="0" cy="444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2" name="Line 131">
              <a:extLst>
                <a:ext uri="{FF2B5EF4-FFF2-40B4-BE49-F238E27FC236}">
                  <a16:creationId xmlns:a16="http://schemas.microsoft.com/office/drawing/2014/main" id="{CBF665AD-D7CE-7FA9-0229-A5D5086E1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3" y="1799"/>
              <a:ext cx="0" cy="286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3" name="Line 132">
              <a:extLst>
                <a:ext uri="{FF2B5EF4-FFF2-40B4-BE49-F238E27FC236}">
                  <a16:creationId xmlns:a16="http://schemas.microsoft.com/office/drawing/2014/main" id="{A4815587-E299-77D9-2E3F-1D3788407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" y="2243"/>
              <a:ext cx="22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4" name="Line 133">
              <a:extLst>
                <a:ext uri="{FF2B5EF4-FFF2-40B4-BE49-F238E27FC236}">
                  <a16:creationId xmlns:a16="http://schemas.microsoft.com/office/drawing/2014/main" id="{D9C5AE17-000B-FFE1-A208-715BF7C163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3" y="1799"/>
              <a:ext cx="555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DEBAFB55-098E-D9E7-9AD2-287479226FD3}"/>
              </a:ext>
            </a:extLst>
          </p:cNvPr>
          <p:cNvSpPr/>
          <p:nvPr/>
        </p:nvSpPr>
        <p:spPr>
          <a:xfrm>
            <a:off x="3263900" y="4813300"/>
            <a:ext cx="2603500" cy="158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3092EA7-4246-024E-08F9-09AD828F88E7}"/>
              </a:ext>
            </a:extLst>
          </p:cNvPr>
          <p:cNvSpPr txBox="1"/>
          <p:nvPr/>
        </p:nvSpPr>
        <p:spPr>
          <a:xfrm>
            <a:off x="3263900" y="60706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PMOS Diode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58" name="Group 136">
            <a:extLst>
              <a:ext uri="{FF2B5EF4-FFF2-40B4-BE49-F238E27FC236}">
                <a16:creationId xmlns:a16="http://schemas.microsoft.com/office/drawing/2014/main" id="{85761750-1077-A6DC-B3A9-8394DBD50C3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43358" y="4914900"/>
            <a:ext cx="844583" cy="1079500"/>
            <a:chOff x="3538" y="1774"/>
            <a:chExt cx="604" cy="772"/>
          </a:xfrm>
        </p:grpSpPr>
        <p:sp>
          <p:nvSpPr>
            <p:cNvPr id="159" name="AutoShape 135">
              <a:extLst>
                <a:ext uri="{FF2B5EF4-FFF2-40B4-BE49-F238E27FC236}">
                  <a16:creationId xmlns:a16="http://schemas.microsoft.com/office/drawing/2014/main" id="{2461DDD1-98E6-FB41-3D2C-27219FE83B6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38" y="1774"/>
              <a:ext cx="604" cy="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0" name="Line 137">
              <a:extLst>
                <a:ext uri="{FF2B5EF4-FFF2-40B4-BE49-F238E27FC236}">
                  <a16:creationId xmlns:a16="http://schemas.microsoft.com/office/drawing/2014/main" id="{4AF4B85C-AED4-1D36-299D-0B5614D70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2078"/>
              <a:ext cx="179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" name="Line 138">
              <a:extLst>
                <a:ext uri="{FF2B5EF4-FFF2-40B4-BE49-F238E27FC236}">
                  <a16:creationId xmlns:a16="http://schemas.microsoft.com/office/drawing/2014/main" id="{640E9315-4267-E23B-213E-A0E0DE962A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3" y="2522"/>
              <a:ext cx="555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" name="Line 139">
              <a:extLst>
                <a:ext uri="{FF2B5EF4-FFF2-40B4-BE49-F238E27FC236}">
                  <a16:creationId xmlns:a16="http://schemas.microsoft.com/office/drawing/2014/main" id="{B168ACDB-F878-8E54-2C8A-3D1D2880E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" y="2225"/>
              <a:ext cx="0" cy="297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" name="Line 140">
              <a:extLst>
                <a:ext uri="{FF2B5EF4-FFF2-40B4-BE49-F238E27FC236}">
                  <a16:creationId xmlns:a16="http://schemas.microsoft.com/office/drawing/2014/main" id="{4F173DBE-4648-C1FF-6208-F6ECD88B0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" y="2078"/>
              <a:ext cx="0" cy="442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" name="Oval 141">
              <a:extLst>
                <a:ext uri="{FF2B5EF4-FFF2-40B4-BE49-F238E27FC236}">
                  <a16:creationId xmlns:a16="http://schemas.microsoft.com/office/drawing/2014/main" id="{BD17C2AC-82D0-6102-403A-EA0124545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2034"/>
              <a:ext cx="87" cy="87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5" name="Oval 142">
              <a:extLst>
                <a:ext uri="{FF2B5EF4-FFF2-40B4-BE49-F238E27FC236}">
                  <a16:creationId xmlns:a16="http://schemas.microsoft.com/office/drawing/2014/main" id="{2C36130A-35A7-7DB7-A7FC-9CA03CDF3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2034"/>
              <a:ext cx="87" cy="87"/>
            </a:xfrm>
            <a:prstGeom prst="ellips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6" name="Line 143">
              <a:extLst>
                <a:ext uri="{FF2B5EF4-FFF2-40B4-BE49-F238E27FC236}">
                  <a16:creationId xmlns:a16="http://schemas.microsoft.com/office/drawing/2014/main" id="{4B4176EE-D326-BC80-0A04-169AC8BC5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" y="2180"/>
              <a:ext cx="0" cy="17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7" name="Line 144">
              <a:extLst>
                <a:ext uri="{FF2B5EF4-FFF2-40B4-BE49-F238E27FC236}">
                  <a16:creationId xmlns:a16="http://schemas.microsoft.com/office/drawing/2014/main" id="{81FB04AA-5687-E260-5114-9CEA25EF9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" y="1799"/>
              <a:ext cx="0" cy="17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" name="Line 145">
              <a:extLst>
                <a:ext uri="{FF2B5EF4-FFF2-40B4-BE49-F238E27FC236}">
                  <a16:creationId xmlns:a16="http://schemas.microsoft.com/office/drawing/2014/main" id="{175F5A12-1365-0705-8FC8-AFCC9B4EB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7" y="1917"/>
              <a:ext cx="0" cy="32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" name="Line 146">
              <a:extLst>
                <a:ext uri="{FF2B5EF4-FFF2-40B4-BE49-F238E27FC236}">
                  <a16:creationId xmlns:a16="http://schemas.microsoft.com/office/drawing/2014/main" id="{9DC0C613-832C-C8B7-6B19-EEBF485E47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3" y="2180"/>
              <a:ext cx="19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" name="Line 147">
              <a:extLst>
                <a:ext uri="{FF2B5EF4-FFF2-40B4-BE49-F238E27FC236}">
                  <a16:creationId xmlns:a16="http://schemas.microsoft.com/office/drawing/2014/main" id="{4ABC8E35-9E9B-42CA-4FF8-82D8A77CCE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3" y="1977"/>
              <a:ext cx="191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1" name="Line 148">
              <a:extLst>
                <a:ext uri="{FF2B5EF4-FFF2-40B4-BE49-F238E27FC236}">
                  <a16:creationId xmlns:a16="http://schemas.microsoft.com/office/drawing/2014/main" id="{3AEA38F3-93F7-05E4-FA08-ECEC333EB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1961"/>
              <a:ext cx="0" cy="233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2" name="Line 149">
              <a:extLst>
                <a:ext uri="{FF2B5EF4-FFF2-40B4-BE49-F238E27FC236}">
                  <a16:creationId xmlns:a16="http://schemas.microsoft.com/office/drawing/2014/main" id="{4D1F2F0B-87B2-F24D-620A-515BDF35F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6" y="1977"/>
              <a:ext cx="51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3" name="Freeform 150">
              <a:extLst>
                <a:ext uri="{FF2B5EF4-FFF2-40B4-BE49-F238E27FC236}">
                  <a16:creationId xmlns:a16="http://schemas.microsoft.com/office/drawing/2014/main" id="{0B3352B1-CF43-1006-FF78-BD62B8538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1924"/>
              <a:ext cx="157" cy="105"/>
            </a:xfrm>
            <a:custGeom>
              <a:avLst/>
              <a:gdLst>
                <a:gd name="T0" fmla="*/ 0 w 157"/>
                <a:gd name="T1" fmla="*/ 105 h 105"/>
                <a:gd name="T2" fmla="*/ 157 w 157"/>
                <a:gd name="T3" fmla="*/ 53 h 105"/>
                <a:gd name="T4" fmla="*/ 0 w 157"/>
                <a:gd name="T5" fmla="*/ 0 h 105"/>
                <a:gd name="T6" fmla="*/ 0 w 157"/>
                <a:gd name="T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7" h="105">
                  <a:moveTo>
                    <a:pt x="0" y="105"/>
                  </a:moveTo>
                  <a:lnTo>
                    <a:pt x="157" y="53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8FF61447-ED12-452D-E3C9-8E6043B25E35}"/>
              </a:ext>
            </a:extLst>
          </p:cNvPr>
          <p:cNvSpPr/>
          <p:nvPr/>
        </p:nvSpPr>
        <p:spPr>
          <a:xfrm>
            <a:off x="6019800" y="4813300"/>
            <a:ext cx="2603500" cy="158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AD2E0F4-CC9A-264D-FD1B-76A51B1CC8A4}"/>
              </a:ext>
            </a:extLst>
          </p:cNvPr>
          <p:cNvSpPr txBox="1"/>
          <p:nvPr/>
        </p:nvSpPr>
        <p:spPr>
          <a:xfrm>
            <a:off x="6019800" y="60706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NPN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77" name="Group 153">
            <a:extLst>
              <a:ext uri="{FF2B5EF4-FFF2-40B4-BE49-F238E27FC236}">
                <a16:creationId xmlns:a16="http://schemas.microsoft.com/office/drawing/2014/main" id="{1A7C8CF9-BAB7-B775-8F6A-B3A3BFC5E8D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127875" y="5207000"/>
            <a:ext cx="387350" cy="495300"/>
            <a:chOff x="3718" y="2004"/>
            <a:chExt cx="244" cy="312"/>
          </a:xfrm>
        </p:grpSpPr>
        <p:sp>
          <p:nvSpPr>
            <p:cNvPr id="178" name="AutoShape 152">
              <a:extLst>
                <a:ext uri="{FF2B5EF4-FFF2-40B4-BE49-F238E27FC236}">
                  <a16:creationId xmlns:a16="http://schemas.microsoft.com/office/drawing/2014/main" id="{7A686A8B-F4C5-26CF-0AF7-F3D3641E142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18" y="2004"/>
              <a:ext cx="244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" name="Freeform 154">
              <a:extLst>
                <a:ext uri="{FF2B5EF4-FFF2-40B4-BE49-F238E27FC236}">
                  <a16:creationId xmlns:a16="http://schemas.microsoft.com/office/drawing/2014/main" id="{FB98B7D1-16AA-CC1A-24DF-22A10EF44A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36" y="2022"/>
              <a:ext cx="208" cy="277"/>
            </a:xfrm>
            <a:custGeom>
              <a:avLst/>
              <a:gdLst>
                <a:gd name="T0" fmla="*/ 0 w 208"/>
                <a:gd name="T1" fmla="*/ 139 h 277"/>
                <a:gd name="T2" fmla="*/ 104 w 208"/>
                <a:gd name="T3" fmla="*/ 139 h 277"/>
                <a:gd name="T4" fmla="*/ 104 w 208"/>
                <a:gd name="T5" fmla="*/ 208 h 277"/>
                <a:gd name="T6" fmla="*/ 104 w 208"/>
                <a:gd name="T7" fmla="*/ 70 h 277"/>
                <a:gd name="T8" fmla="*/ 104 w 208"/>
                <a:gd name="T9" fmla="*/ 104 h 277"/>
                <a:gd name="T10" fmla="*/ 208 w 208"/>
                <a:gd name="T11" fmla="*/ 62 h 277"/>
                <a:gd name="T12" fmla="*/ 208 w 208"/>
                <a:gd name="T13" fmla="*/ 0 h 277"/>
                <a:gd name="T14" fmla="*/ 104 w 208"/>
                <a:gd name="T15" fmla="*/ 173 h 277"/>
                <a:gd name="T16" fmla="*/ 208 w 208"/>
                <a:gd name="T17" fmla="*/ 216 h 277"/>
                <a:gd name="T18" fmla="*/ 208 w 208"/>
                <a:gd name="T1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" h="277">
                  <a:moveTo>
                    <a:pt x="0" y="139"/>
                  </a:moveTo>
                  <a:lnTo>
                    <a:pt x="104" y="139"/>
                  </a:lnTo>
                  <a:moveTo>
                    <a:pt x="104" y="208"/>
                  </a:moveTo>
                  <a:lnTo>
                    <a:pt x="104" y="70"/>
                  </a:lnTo>
                  <a:moveTo>
                    <a:pt x="104" y="104"/>
                  </a:moveTo>
                  <a:lnTo>
                    <a:pt x="208" y="62"/>
                  </a:lnTo>
                  <a:lnTo>
                    <a:pt x="208" y="0"/>
                  </a:lnTo>
                  <a:moveTo>
                    <a:pt x="104" y="173"/>
                  </a:moveTo>
                  <a:lnTo>
                    <a:pt x="208" y="216"/>
                  </a:lnTo>
                  <a:lnTo>
                    <a:pt x="208" y="277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" name="Freeform 155">
              <a:extLst>
                <a:ext uri="{FF2B5EF4-FFF2-40B4-BE49-F238E27FC236}">
                  <a16:creationId xmlns:a16="http://schemas.microsoft.com/office/drawing/2014/main" id="{7FA90AD8-2BA7-FC44-36AE-3F6320272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2202"/>
              <a:ext cx="37" cy="31"/>
            </a:xfrm>
            <a:custGeom>
              <a:avLst/>
              <a:gdLst>
                <a:gd name="T0" fmla="*/ 37 w 37"/>
                <a:gd name="T1" fmla="*/ 31 h 31"/>
                <a:gd name="T2" fmla="*/ 17 w 37"/>
                <a:gd name="T3" fmla="*/ 0 h 31"/>
                <a:gd name="T4" fmla="*/ 0 w 37"/>
                <a:gd name="T5" fmla="*/ 29 h 31"/>
                <a:gd name="T6" fmla="*/ 37 w 37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31">
                  <a:moveTo>
                    <a:pt x="37" y="31"/>
                  </a:moveTo>
                  <a:lnTo>
                    <a:pt x="17" y="0"/>
                  </a:lnTo>
                  <a:lnTo>
                    <a:pt x="0" y="29"/>
                  </a:lnTo>
                  <a:lnTo>
                    <a:pt x="37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" name="Freeform 156">
              <a:extLst>
                <a:ext uri="{FF2B5EF4-FFF2-40B4-BE49-F238E27FC236}">
                  <a16:creationId xmlns:a16="http://schemas.microsoft.com/office/drawing/2014/main" id="{B8A34F29-2651-17D1-D5B3-C6017BE46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2202"/>
              <a:ext cx="37" cy="31"/>
            </a:xfrm>
            <a:custGeom>
              <a:avLst/>
              <a:gdLst>
                <a:gd name="T0" fmla="*/ 37 w 37"/>
                <a:gd name="T1" fmla="*/ 31 h 31"/>
                <a:gd name="T2" fmla="*/ 17 w 37"/>
                <a:gd name="T3" fmla="*/ 0 h 31"/>
                <a:gd name="T4" fmla="*/ 0 w 37"/>
                <a:gd name="T5" fmla="*/ 29 h 31"/>
                <a:gd name="T6" fmla="*/ 37 w 37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31">
                  <a:moveTo>
                    <a:pt x="37" y="31"/>
                  </a:moveTo>
                  <a:lnTo>
                    <a:pt x="17" y="0"/>
                  </a:lnTo>
                  <a:lnTo>
                    <a:pt x="0" y="29"/>
                  </a:lnTo>
                  <a:lnTo>
                    <a:pt x="37" y="31"/>
                  </a:lnTo>
                  <a:close/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" name="Line 157">
              <a:extLst>
                <a:ext uri="{FF2B5EF4-FFF2-40B4-BE49-F238E27FC236}">
                  <a16:creationId xmlns:a16="http://schemas.microsoft.com/office/drawing/2014/main" id="{BB7BE67D-0E2D-6CD6-2219-EFAF3CD6C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091"/>
              <a:ext cx="0" cy="13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8B005293-7D80-688B-362C-C77886B6366D}"/>
              </a:ext>
            </a:extLst>
          </p:cNvPr>
          <p:cNvSpPr/>
          <p:nvPr/>
        </p:nvSpPr>
        <p:spPr>
          <a:xfrm>
            <a:off x="8775700" y="4813300"/>
            <a:ext cx="2603500" cy="158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6FB15119-07F8-D89A-27A7-65C847771CB1}"/>
              </a:ext>
            </a:extLst>
          </p:cNvPr>
          <p:cNvSpPr txBox="1"/>
          <p:nvPr/>
        </p:nvSpPr>
        <p:spPr>
          <a:xfrm>
            <a:off x="8775700" y="60706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PNP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86" name="Group 160">
            <a:extLst>
              <a:ext uri="{FF2B5EF4-FFF2-40B4-BE49-F238E27FC236}">
                <a16:creationId xmlns:a16="http://schemas.microsoft.com/office/drawing/2014/main" id="{F948476F-A821-BA2A-C13F-708150471AA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883775" y="5207000"/>
            <a:ext cx="387350" cy="495300"/>
            <a:chOff x="3718" y="2004"/>
            <a:chExt cx="244" cy="312"/>
          </a:xfrm>
        </p:grpSpPr>
        <p:sp>
          <p:nvSpPr>
            <p:cNvPr id="187" name="AutoShape 159">
              <a:extLst>
                <a:ext uri="{FF2B5EF4-FFF2-40B4-BE49-F238E27FC236}">
                  <a16:creationId xmlns:a16="http://schemas.microsoft.com/office/drawing/2014/main" id="{9EE36E02-722F-7EEB-7BFD-604A05C8E18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18" y="2004"/>
              <a:ext cx="244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8" name="Freeform 161">
              <a:extLst>
                <a:ext uri="{FF2B5EF4-FFF2-40B4-BE49-F238E27FC236}">
                  <a16:creationId xmlns:a16="http://schemas.microsoft.com/office/drawing/2014/main" id="{94608728-CBB4-058C-555C-73A6447E6E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36" y="2022"/>
              <a:ext cx="208" cy="277"/>
            </a:xfrm>
            <a:custGeom>
              <a:avLst/>
              <a:gdLst>
                <a:gd name="T0" fmla="*/ 0 w 208"/>
                <a:gd name="T1" fmla="*/ 139 h 277"/>
                <a:gd name="T2" fmla="*/ 104 w 208"/>
                <a:gd name="T3" fmla="*/ 139 h 277"/>
                <a:gd name="T4" fmla="*/ 104 w 208"/>
                <a:gd name="T5" fmla="*/ 208 h 277"/>
                <a:gd name="T6" fmla="*/ 104 w 208"/>
                <a:gd name="T7" fmla="*/ 70 h 277"/>
                <a:gd name="T8" fmla="*/ 104 w 208"/>
                <a:gd name="T9" fmla="*/ 104 h 277"/>
                <a:gd name="T10" fmla="*/ 208 w 208"/>
                <a:gd name="T11" fmla="*/ 62 h 277"/>
                <a:gd name="T12" fmla="*/ 208 w 208"/>
                <a:gd name="T13" fmla="*/ 0 h 277"/>
                <a:gd name="T14" fmla="*/ 104 w 208"/>
                <a:gd name="T15" fmla="*/ 173 h 277"/>
                <a:gd name="T16" fmla="*/ 208 w 208"/>
                <a:gd name="T17" fmla="*/ 216 h 277"/>
                <a:gd name="T18" fmla="*/ 208 w 208"/>
                <a:gd name="T1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" h="277">
                  <a:moveTo>
                    <a:pt x="0" y="139"/>
                  </a:moveTo>
                  <a:lnTo>
                    <a:pt x="104" y="139"/>
                  </a:lnTo>
                  <a:moveTo>
                    <a:pt x="104" y="208"/>
                  </a:moveTo>
                  <a:lnTo>
                    <a:pt x="104" y="70"/>
                  </a:lnTo>
                  <a:moveTo>
                    <a:pt x="104" y="104"/>
                  </a:moveTo>
                  <a:lnTo>
                    <a:pt x="208" y="62"/>
                  </a:lnTo>
                  <a:lnTo>
                    <a:pt x="208" y="0"/>
                  </a:lnTo>
                  <a:moveTo>
                    <a:pt x="104" y="173"/>
                  </a:moveTo>
                  <a:lnTo>
                    <a:pt x="208" y="216"/>
                  </a:lnTo>
                  <a:lnTo>
                    <a:pt x="208" y="277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9" name="Freeform 162">
              <a:extLst>
                <a:ext uri="{FF2B5EF4-FFF2-40B4-BE49-F238E27FC236}">
                  <a16:creationId xmlns:a16="http://schemas.microsoft.com/office/drawing/2014/main" id="{726081CF-22CE-3931-2F20-00B269863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2091"/>
              <a:ext cx="37" cy="31"/>
            </a:xfrm>
            <a:custGeom>
              <a:avLst/>
              <a:gdLst>
                <a:gd name="T0" fmla="*/ 0 w 37"/>
                <a:gd name="T1" fmla="*/ 31 h 31"/>
                <a:gd name="T2" fmla="*/ 37 w 37"/>
                <a:gd name="T3" fmla="*/ 29 h 31"/>
                <a:gd name="T4" fmla="*/ 21 w 37"/>
                <a:gd name="T5" fmla="*/ 0 h 31"/>
                <a:gd name="T6" fmla="*/ 0 w 37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31">
                  <a:moveTo>
                    <a:pt x="0" y="31"/>
                  </a:moveTo>
                  <a:lnTo>
                    <a:pt x="37" y="29"/>
                  </a:lnTo>
                  <a:lnTo>
                    <a:pt x="21" y="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0" name="Freeform 163">
              <a:extLst>
                <a:ext uri="{FF2B5EF4-FFF2-40B4-BE49-F238E27FC236}">
                  <a16:creationId xmlns:a16="http://schemas.microsoft.com/office/drawing/2014/main" id="{22B03F1A-9503-8826-B6EB-C263D72D5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2091"/>
              <a:ext cx="37" cy="31"/>
            </a:xfrm>
            <a:custGeom>
              <a:avLst/>
              <a:gdLst>
                <a:gd name="T0" fmla="*/ 0 w 37"/>
                <a:gd name="T1" fmla="*/ 31 h 31"/>
                <a:gd name="T2" fmla="*/ 37 w 37"/>
                <a:gd name="T3" fmla="*/ 29 h 31"/>
                <a:gd name="T4" fmla="*/ 21 w 37"/>
                <a:gd name="T5" fmla="*/ 0 h 31"/>
                <a:gd name="T6" fmla="*/ 0 w 37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31">
                  <a:moveTo>
                    <a:pt x="0" y="31"/>
                  </a:moveTo>
                  <a:lnTo>
                    <a:pt x="37" y="29"/>
                  </a:lnTo>
                  <a:lnTo>
                    <a:pt x="21" y="0"/>
                  </a:lnTo>
                  <a:lnTo>
                    <a:pt x="0" y="31"/>
                  </a:lnTo>
                  <a:close/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1" name="Line 164">
              <a:extLst>
                <a:ext uri="{FF2B5EF4-FFF2-40B4-BE49-F238E27FC236}">
                  <a16:creationId xmlns:a16="http://schemas.microsoft.com/office/drawing/2014/main" id="{CDC25565-109E-FCB4-D349-EC0530B65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091"/>
              <a:ext cx="0" cy="13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86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B86DC0-DDDB-678C-2DBB-62A0330A8CC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46968-AD12-E23F-2D69-51D4E61FCC4F}"/>
              </a:ext>
            </a:extLst>
          </p:cNvPr>
          <p:cNvSpPr txBox="1"/>
          <p:nvPr/>
        </p:nvSpPr>
        <p:spPr>
          <a:xfrm>
            <a:off x="508000" y="228600"/>
            <a:ext cx="1117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b="1">
                <a:solidFill>
                  <a:srgbClr val="1A365D"/>
                </a:solidFill>
                <a:latin typeface="Segoe UI" panose="020B0502040204020203" pitchFamily="34" charset="0"/>
              </a:rPr>
              <a:t>Passive Components &amp; Power Rails</a:t>
            </a:r>
            <a:endParaRPr lang="ko-KR" altLang="en-US" b="1">
              <a:solidFill>
                <a:srgbClr val="1A365D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5BA2-0739-EC23-1B0B-EC2CB15938ED}"/>
              </a:ext>
            </a:extLst>
          </p:cNvPr>
          <p:cNvSpPr txBox="1"/>
          <p:nvPr/>
        </p:nvSpPr>
        <p:spPr>
          <a:xfrm>
            <a:off x="508000" y="660400"/>
            <a:ext cx="11176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>
                <a:solidFill>
                  <a:srgbClr val="64748B"/>
                </a:solidFill>
                <a:latin typeface="Segoe UI" panose="020B0502040204020203" pitchFamily="34" charset="0"/>
              </a:rPr>
              <a:t>Resistors, Capacitors, Inductors, VDD/GND Supplies, Nodes, Switches &amp; Basic Elements</a:t>
            </a:r>
            <a:endParaRPr lang="ko-KR" altLang="en-US" sz="10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87297C-8235-9465-38F5-58E47D93C19A}"/>
              </a:ext>
            </a:extLst>
          </p:cNvPr>
          <p:cNvSpPr/>
          <p:nvPr/>
        </p:nvSpPr>
        <p:spPr>
          <a:xfrm>
            <a:off x="508000" y="13335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A95993-CABF-1F42-2127-253369C24C7F}"/>
              </a:ext>
            </a:extLst>
          </p:cNvPr>
          <p:cNvSpPr txBox="1"/>
          <p:nvPr/>
        </p:nvSpPr>
        <p:spPr>
          <a:xfrm>
            <a:off x="508000" y="25273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Resistor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3FCFDDF0-F1A4-EC45-FC85-61DC9A3D3E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58888" y="1798638"/>
            <a:ext cx="593725" cy="288925"/>
            <a:chOff x="3653" y="2069"/>
            <a:chExt cx="374" cy="182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ECE3E7DD-93CA-603E-5252-A4DDB167EC6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53" y="2069"/>
              <a:ext cx="37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0D0FA75F-BACA-8910-6595-FF85A4DB6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2095"/>
              <a:ext cx="327" cy="132"/>
            </a:xfrm>
            <a:custGeom>
              <a:avLst/>
              <a:gdLst>
                <a:gd name="T0" fmla="*/ 327 w 327"/>
                <a:gd name="T1" fmla="*/ 66 h 132"/>
                <a:gd name="T2" fmla="*/ 300 w 327"/>
                <a:gd name="T3" fmla="*/ 132 h 132"/>
                <a:gd name="T4" fmla="*/ 246 w 327"/>
                <a:gd name="T5" fmla="*/ 0 h 132"/>
                <a:gd name="T6" fmla="*/ 193 w 327"/>
                <a:gd name="T7" fmla="*/ 131 h 132"/>
                <a:gd name="T8" fmla="*/ 138 w 327"/>
                <a:gd name="T9" fmla="*/ 1 h 132"/>
                <a:gd name="T10" fmla="*/ 83 w 327"/>
                <a:gd name="T11" fmla="*/ 132 h 132"/>
                <a:gd name="T12" fmla="*/ 29 w 327"/>
                <a:gd name="T13" fmla="*/ 2 h 132"/>
                <a:gd name="T14" fmla="*/ 0 w 327"/>
                <a:gd name="T15" fmla="*/ 65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7" h="132">
                  <a:moveTo>
                    <a:pt x="327" y="66"/>
                  </a:moveTo>
                  <a:lnTo>
                    <a:pt x="300" y="132"/>
                  </a:lnTo>
                  <a:lnTo>
                    <a:pt x="246" y="0"/>
                  </a:lnTo>
                  <a:lnTo>
                    <a:pt x="193" y="131"/>
                  </a:lnTo>
                  <a:lnTo>
                    <a:pt x="138" y="1"/>
                  </a:lnTo>
                  <a:lnTo>
                    <a:pt x="83" y="132"/>
                  </a:lnTo>
                  <a:lnTo>
                    <a:pt x="29" y="2"/>
                  </a:lnTo>
                  <a:lnTo>
                    <a:pt x="0" y="65"/>
                  </a:ln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45C556-48A2-F197-F71C-1FFF11B4E39B}"/>
              </a:ext>
            </a:extLst>
          </p:cNvPr>
          <p:cNvSpPr/>
          <p:nvPr/>
        </p:nvSpPr>
        <p:spPr>
          <a:xfrm>
            <a:off x="2755900" y="13335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2A5BA2-D083-3699-0323-D7A2FFB9332B}"/>
              </a:ext>
            </a:extLst>
          </p:cNvPr>
          <p:cNvSpPr txBox="1"/>
          <p:nvPr/>
        </p:nvSpPr>
        <p:spPr>
          <a:xfrm>
            <a:off x="2755900" y="25273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Inductor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4" name="Group 8">
            <a:extLst>
              <a:ext uri="{FF2B5EF4-FFF2-40B4-BE49-F238E27FC236}">
                <a16:creationId xmlns:a16="http://schemas.microsoft.com/office/drawing/2014/main" id="{472A56C0-1BBB-F191-43F1-055145ECC01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79800" y="1858963"/>
            <a:ext cx="647700" cy="168275"/>
            <a:chOff x="3636" y="2107"/>
            <a:chExt cx="408" cy="106"/>
          </a:xfrm>
        </p:grpSpPr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90D34DBF-BDA3-08C7-6C98-562A14AF2CB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36" y="2107"/>
              <a:ext cx="40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58446022-627B-8097-8CB6-9B3BB76FE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" y="2134"/>
              <a:ext cx="44" cy="56"/>
            </a:xfrm>
            <a:custGeom>
              <a:avLst/>
              <a:gdLst>
                <a:gd name="T0" fmla="*/ 0 w 44"/>
                <a:gd name="T1" fmla="*/ 56 h 56"/>
                <a:gd name="T2" fmla="*/ 44 w 44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" h="56">
                  <a:moveTo>
                    <a:pt x="0" y="56"/>
                  </a:moveTo>
                  <a:cubicBezTo>
                    <a:pt x="3" y="30"/>
                    <a:pt x="23" y="4"/>
                    <a:pt x="44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C9E325CC-ECF6-E735-CAD5-64EDB7682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2134"/>
              <a:ext cx="45" cy="56"/>
            </a:xfrm>
            <a:custGeom>
              <a:avLst/>
              <a:gdLst>
                <a:gd name="T0" fmla="*/ 45 w 45"/>
                <a:gd name="T1" fmla="*/ 56 h 56"/>
                <a:gd name="T2" fmla="*/ 0 w 45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56">
                  <a:moveTo>
                    <a:pt x="45" y="56"/>
                  </a:moveTo>
                  <a:cubicBezTo>
                    <a:pt x="41" y="30"/>
                    <a:pt x="21" y="4"/>
                    <a:pt x="0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C8B91592-E1AE-22DA-B5A6-663CA6FF4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2134"/>
              <a:ext cx="45" cy="56"/>
            </a:xfrm>
            <a:custGeom>
              <a:avLst/>
              <a:gdLst>
                <a:gd name="T0" fmla="*/ 0 w 45"/>
                <a:gd name="T1" fmla="*/ 56 h 56"/>
                <a:gd name="T2" fmla="*/ 45 w 45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56">
                  <a:moveTo>
                    <a:pt x="0" y="56"/>
                  </a:moveTo>
                  <a:cubicBezTo>
                    <a:pt x="4" y="30"/>
                    <a:pt x="24" y="4"/>
                    <a:pt x="45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19E8DAEB-3AC6-6499-B2D2-E14645D28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2134"/>
              <a:ext cx="44" cy="56"/>
            </a:xfrm>
            <a:custGeom>
              <a:avLst/>
              <a:gdLst>
                <a:gd name="T0" fmla="*/ 44 w 44"/>
                <a:gd name="T1" fmla="*/ 56 h 56"/>
                <a:gd name="T2" fmla="*/ 0 w 44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" h="56">
                  <a:moveTo>
                    <a:pt x="44" y="56"/>
                  </a:moveTo>
                  <a:cubicBezTo>
                    <a:pt x="41" y="30"/>
                    <a:pt x="21" y="4"/>
                    <a:pt x="0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B984D1A5-02D2-58A8-F0EF-B9132FEDB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2134"/>
              <a:ext cx="45" cy="56"/>
            </a:xfrm>
            <a:custGeom>
              <a:avLst/>
              <a:gdLst>
                <a:gd name="T0" fmla="*/ 0 w 45"/>
                <a:gd name="T1" fmla="*/ 56 h 56"/>
                <a:gd name="T2" fmla="*/ 45 w 45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56">
                  <a:moveTo>
                    <a:pt x="0" y="56"/>
                  </a:moveTo>
                  <a:cubicBezTo>
                    <a:pt x="4" y="30"/>
                    <a:pt x="24" y="4"/>
                    <a:pt x="45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B79E270F-D42C-23E8-790C-405705738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5" y="2134"/>
              <a:ext cx="45" cy="56"/>
            </a:xfrm>
            <a:custGeom>
              <a:avLst/>
              <a:gdLst>
                <a:gd name="T0" fmla="*/ 45 w 45"/>
                <a:gd name="T1" fmla="*/ 56 h 56"/>
                <a:gd name="T2" fmla="*/ 0 w 45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56">
                  <a:moveTo>
                    <a:pt x="45" y="56"/>
                  </a:moveTo>
                  <a:cubicBezTo>
                    <a:pt x="41" y="30"/>
                    <a:pt x="21" y="4"/>
                    <a:pt x="0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B5DDE75F-F10B-B7CD-BE8F-E9499B215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2134"/>
              <a:ext cx="45" cy="56"/>
            </a:xfrm>
            <a:custGeom>
              <a:avLst/>
              <a:gdLst>
                <a:gd name="T0" fmla="*/ 0 w 45"/>
                <a:gd name="T1" fmla="*/ 56 h 56"/>
                <a:gd name="T2" fmla="*/ 45 w 45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56">
                  <a:moveTo>
                    <a:pt x="0" y="56"/>
                  </a:moveTo>
                  <a:cubicBezTo>
                    <a:pt x="4" y="30"/>
                    <a:pt x="24" y="4"/>
                    <a:pt x="45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5EB2ADB0-292F-82E5-188E-5355D65CC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" y="2134"/>
              <a:ext cx="44" cy="56"/>
            </a:xfrm>
            <a:custGeom>
              <a:avLst/>
              <a:gdLst>
                <a:gd name="T0" fmla="*/ 44 w 44"/>
                <a:gd name="T1" fmla="*/ 56 h 56"/>
                <a:gd name="T2" fmla="*/ 0 w 44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" h="56">
                  <a:moveTo>
                    <a:pt x="44" y="56"/>
                  </a:moveTo>
                  <a:cubicBezTo>
                    <a:pt x="41" y="30"/>
                    <a:pt x="21" y="4"/>
                    <a:pt x="0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E53E35-1305-3BD6-8ADE-FD4EA1F8B373}"/>
              </a:ext>
            </a:extLst>
          </p:cNvPr>
          <p:cNvSpPr/>
          <p:nvPr/>
        </p:nvSpPr>
        <p:spPr>
          <a:xfrm>
            <a:off x="5003800" y="13335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EADCE8-E625-9E88-B6D6-550168623BD4}"/>
              </a:ext>
            </a:extLst>
          </p:cNvPr>
          <p:cNvSpPr txBox="1"/>
          <p:nvPr/>
        </p:nvSpPr>
        <p:spPr>
          <a:xfrm>
            <a:off x="5003800" y="25273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Capacitor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27" name="Group 19">
            <a:extLst>
              <a:ext uri="{FF2B5EF4-FFF2-40B4-BE49-F238E27FC236}">
                <a16:creationId xmlns:a16="http://schemas.microsoft.com/office/drawing/2014/main" id="{94AF1898-D6A7-CF64-B4B9-11EC8D18E39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38813" y="1752600"/>
            <a:ext cx="625475" cy="381000"/>
            <a:chOff x="3643" y="2040"/>
            <a:chExt cx="394" cy="240"/>
          </a:xfrm>
        </p:grpSpPr>
        <p:sp>
          <p:nvSpPr>
            <p:cNvPr id="28" name="AutoShape 18">
              <a:extLst>
                <a:ext uri="{FF2B5EF4-FFF2-40B4-BE49-F238E27FC236}">
                  <a16:creationId xmlns:a16="http://schemas.microsoft.com/office/drawing/2014/main" id="{84930926-5805-AA28-C1EB-83A03F877B1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43" y="2040"/>
              <a:ext cx="39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Line 20">
              <a:extLst>
                <a:ext uri="{FF2B5EF4-FFF2-40B4-BE49-F238E27FC236}">
                  <a16:creationId xmlns:a16="http://schemas.microsoft.com/office/drawing/2014/main" id="{459AF0FC-0BFB-4902-B435-B1882714D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5" y="2161"/>
              <a:ext cx="128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Line 21">
              <a:extLst>
                <a:ext uri="{FF2B5EF4-FFF2-40B4-BE49-F238E27FC236}">
                  <a16:creationId xmlns:a16="http://schemas.microsoft.com/office/drawing/2014/main" id="{2B37BDDE-A701-0EAF-061F-DF20208D31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69" y="2161"/>
              <a:ext cx="127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Line 22">
              <a:extLst>
                <a:ext uri="{FF2B5EF4-FFF2-40B4-BE49-F238E27FC236}">
                  <a16:creationId xmlns:a16="http://schemas.microsoft.com/office/drawing/2014/main" id="{D9AF0937-2F94-D132-0935-1B53D242FC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2074"/>
              <a:ext cx="0" cy="173"/>
            </a:xfrm>
            <a:prstGeom prst="line">
              <a:avLst/>
            </a:prstGeom>
            <a:noFill/>
            <a:ln w="762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Line 23">
              <a:extLst>
                <a:ext uri="{FF2B5EF4-FFF2-40B4-BE49-F238E27FC236}">
                  <a16:creationId xmlns:a16="http://schemas.microsoft.com/office/drawing/2014/main" id="{E27A67C3-2D3D-DA00-351B-BC1AE458EB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2" y="2074"/>
              <a:ext cx="0" cy="173"/>
            </a:xfrm>
            <a:prstGeom prst="line">
              <a:avLst/>
            </a:prstGeom>
            <a:noFill/>
            <a:ln w="762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27C56B6-603E-9CA4-2FF4-0DE3592D7E66}"/>
              </a:ext>
            </a:extLst>
          </p:cNvPr>
          <p:cNvSpPr/>
          <p:nvPr/>
        </p:nvSpPr>
        <p:spPr>
          <a:xfrm>
            <a:off x="7251700" y="13335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25180F-F258-5DAE-DAE2-1F41ED6ED9EF}"/>
              </a:ext>
            </a:extLst>
          </p:cNvPr>
          <p:cNvSpPr txBox="1"/>
          <p:nvPr/>
        </p:nvSpPr>
        <p:spPr>
          <a:xfrm>
            <a:off x="7251700" y="25273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Diode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A1008085-E1C9-385C-3689-CC3F0058B92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77213" y="1806575"/>
            <a:ext cx="244475" cy="273050"/>
            <a:chOff x="3763" y="2074"/>
            <a:chExt cx="154" cy="172"/>
          </a:xfrm>
        </p:grpSpPr>
        <p:sp>
          <p:nvSpPr>
            <p:cNvPr id="37" name="AutoShape 25">
              <a:extLst>
                <a:ext uri="{FF2B5EF4-FFF2-40B4-BE49-F238E27FC236}">
                  <a16:creationId xmlns:a16="http://schemas.microsoft.com/office/drawing/2014/main" id="{0EBA0A3B-8291-66D5-1724-19D94B700A2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63" y="2074"/>
              <a:ext cx="154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67E0E024-34BA-4CCC-E66F-7130DA8E7C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2" y="2092"/>
              <a:ext cx="121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15BF06C8-3CB3-0763-7DE7-8F4147B56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" y="2105"/>
              <a:ext cx="131" cy="131"/>
            </a:xfrm>
            <a:custGeom>
              <a:avLst/>
              <a:gdLst>
                <a:gd name="T0" fmla="*/ 131 w 131"/>
                <a:gd name="T1" fmla="*/ 131 h 131"/>
                <a:gd name="T2" fmla="*/ 0 w 131"/>
                <a:gd name="T3" fmla="*/ 131 h 131"/>
                <a:gd name="T4" fmla="*/ 66 w 131"/>
                <a:gd name="T5" fmla="*/ 0 h 131"/>
                <a:gd name="T6" fmla="*/ 131 w 131"/>
                <a:gd name="T7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1" h="131">
                  <a:moveTo>
                    <a:pt x="131" y="131"/>
                  </a:moveTo>
                  <a:lnTo>
                    <a:pt x="0" y="131"/>
                  </a:lnTo>
                  <a:lnTo>
                    <a:pt x="66" y="0"/>
                  </a:lnTo>
                  <a:lnTo>
                    <a:pt x="131" y="1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F06F35BD-5530-7A7A-BA03-F03D7E41A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" y="2105"/>
              <a:ext cx="131" cy="131"/>
            </a:xfrm>
            <a:custGeom>
              <a:avLst/>
              <a:gdLst>
                <a:gd name="T0" fmla="*/ 131 w 131"/>
                <a:gd name="T1" fmla="*/ 131 h 131"/>
                <a:gd name="T2" fmla="*/ 0 w 131"/>
                <a:gd name="T3" fmla="*/ 131 h 131"/>
                <a:gd name="T4" fmla="*/ 66 w 131"/>
                <a:gd name="T5" fmla="*/ 0 h 131"/>
                <a:gd name="T6" fmla="*/ 131 w 131"/>
                <a:gd name="T7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1" h="131">
                  <a:moveTo>
                    <a:pt x="131" y="131"/>
                  </a:moveTo>
                  <a:lnTo>
                    <a:pt x="0" y="131"/>
                  </a:lnTo>
                  <a:lnTo>
                    <a:pt x="66" y="0"/>
                  </a:lnTo>
                  <a:lnTo>
                    <a:pt x="131" y="131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C66389B-DEA1-80CD-C9B8-35A0B572E0AF}"/>
              </a:ext>
            </a:extLst>
          </p:cNvPr>
          <p:cNvSpPr/>
          <p:nvPr/>
        </p:nvSpPr>
        <p:spPr>
          <a:xfrm>
            <a:off x="9499600" y="13335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237501-03F1-A064-C999-B407F507B5D8}"/>
              </a:ext>
            </a:extLst>
          </p:cNvPr>
          <p:cNvSpPr txBox="1"/>
          <p:nvPr/>
        </p:nvSpPr>
        <p:spPr>
          <a:xfrm>
            <a:off x="9499600" y="25273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VDD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44" name="Group 32">
            <a:extLst>
              <a:ext uri="{FF2B5EF4-FFF2-40B4-BE49-F238E27FC236}">
                <a16:creationId xmlns:a16="http://schemas.microsoft.com/office/drawing/2014/main" id="{B389E399-40F6-B5CF-83DE-F0EC9B6F732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296525" y="1760538"/>
            <a:ext cx="501650" cy="365125"/>
            <a:chOff x="3682" y="2045"/>
            <a:chExt cx="316" cy="230"/>
          </a:xfrm>
        </p:grpSpPr>
        <p:sp>
          <p:nvSpPr>
            <p:cNvPr id="45" name="AutoShape 31">
              <a:extLst>
                <a:ext uri="{FF2B5EF4-FFF2-40B4-BE49-F238E27FC236}">
                  <a16:creationId xmlns:a16="http://schemas.microsoft.com/office/drawing/2014/main" id="{0C9ACA9B-4CAF-364F-AAF6-2A8DB1909C3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82" y="2045"/>
              <a:ext cx="3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Line 33">
              <a:extLst>
                <a:ext uri="{FF2B5EF4-FFF2-40B4-BE49-F238E27FC236}">
                  <a16:creationId xmlns:a16="http://schemas.microsoft.com/office/drawing/2014/main" id="{4A9ED457-B10D-0C53-14B1-E728A7D5A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2" y="2075"/>
              <a:ext cx="260" cy="0"/>
            </a:xfrm>
            <a:prstGeom prst="line">
              <a:avLst/>
            </a:pr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Line 34">
              <a:extLst>
                <a:ext uri="{FF2B5EF4-FFF2-40B4-BE49-F238E27FC236}">
                  <a16:creationId xmlns:a16="http://schemas.microsoft.com/office/drawing/2014/main" id="{24930B2C-A1CF-2BF5-BFEF-B08643A8F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2" y="2073"/>
              <a:ext cx="0" cy="17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04FA5A9-DD72-F52D-CAA4-CD45D69529BD}"/>
              </a:ext>
            </a:extLst>
          </p:cNvPr>
          <p:cNvSpPr/>
          <p:nvPr/>
        </p:nvSpPr>
        <p:spPr>
          <a:xfrm>
            <a:off x="508000" y="30099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25DCFA-D52E-AAEC-D68A-9D2442E4FDFC}"/>
              </a:ext>
            </a:extLst>
          </p:cNvPr>
          <p:cNvSpPr txBox="1"/>
          <p:nvPr/>
        </p:nvSpPr>
        <p:spPr>
          <a:xfrm>
            <a:off x="508000" y="42037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GND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51" name="Group 37">
            <a:extLst>
              <a:ext uri="{FF2B5EF4-FFF2-40B4-BE49-F238E27FC236}">
                <a16:creationId xmlns:a16="http://schemas.microsoft.com/office/drawing/2014/main" id="{E6D6FA43-4FC8-9197-A0A0-150041440A4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87475" y="3455988"/>
            <a:ext cx="336550" cy="327025"/>
            <a:chOff x="3734" y="2057"/>
            <a:chExt cx="212" cy="206"/>
          </a:xfrm>
        </p:grpSpPr>
        <p:sp>
          <p:nvSpPr>
            <p:cNvPr id="52" name="AutoShape 36">
              <a:extLst>
                <a:ext uri="{FF2B5EF4-FFF2-40B4-BE49-F238E27FC236}">
                  <a16:creationId xmlns:a16="http://schemas.microsoft.com/office/drawing/2014/main" id="{6AC8A936-3855-42C2-3AE8-FD82EAB764E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34" y="2057"/>
              <a:ext cx="212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" name="Line 38">
              <a:extLst>
                <a:ext uri="{FF2B5EF4-FFF2-40B4-BE49-F238E27FC236}">
                  <a16:creationId xmlns:a16="http://schemas.microsoft.com/office/drawing/2014/main" id="{3BF8D7D7-8295-22AB-6137-69EDFBDDA3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" y="2087"/>
              <a:ext cx="154" cy="0"/>
            </a:xfrm>
            <a:prstGeom prst="line">
              <a:avLst/>
            </a:prstGeom>
            <a:noFill/>
            <a:ln w="650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4" name="Line 39">
              <a:extLst>
                <a:ext uri="{FF2B5EF4-FFF2-40B4-BE49-F238E27FC236}">
                  <a16:creationId xmlns:a16="http://schemas.microsoft.com/office/drawing/2014/main" id="{8C3F7DE6-3E70-9ACD-01B7-785ACB5B7F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3" y="2165"/>
              <a:ext cx="95" cy="0"/>
            </a:xfrm>
            <a:prstGeom prst="line">
              <a:avLst/>
            </a:prstGeom>
            <a:noFill/>
            <a:ln w="650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" name="Line 40">
              <a:extLst>
                <a:ext uri="{FF2B5EF4-FFF2-40B4-BE49-F238E27FC236}">
                  <a16:creationId xmlns:a16="http://schemas.microsoft.com/office/drawing/2014/main" id="{D1AC9DE6-EA41-FFCA-F80B-1FED693150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" y="2237"/>
              <a:ext cx="37" cy="0"/>
            </a:xfrm>
            <a:prstGeom prst="line">
              <a:avLst/>
            </a:prstGeom>
            <a:noFill/>
            <a:ln w="650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6AB03D2-50CF-A820-EB61-D5DB95414264}"/>
              </a:ext>
            </a:extLst>
          </p:cNvPr>
          <p:cNvSpPr/>
          <p:nvPr/>
        </p:nvSpPr>
        <p:spPr>
          <a:xfrm>
            <a:off x="2755900" y="30099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13D866-6B4B-63FD-27F0-03583728719F}"/>
              </a:ext>
            </a:extLst>
          </p:cNvPr>
          <p:cNvSpPr txBox="1"/>
          <p:nvPr/>
        </p:nvSpPr>
        <p:spPr>
          <a:xfrm>
            <a:off x="2755900" y="42037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Voltage Node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59" name="Group 43">
            <a:extLst>
              <a:ext uri="{FF2B5EF4-FFF2-40B4-BE49-F238E27FC236}">
                <a16:creationId xmlns:a16="http://schemas.microsoft.com/office/drawing/2014/main" id="{230A4D08-7831-11FD-D8D1-1768121EA2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92525" y="3508375"/>
            <a:ext cx="222250" cy="222250"/>
            <a:chOff x="3770" y="2090"/>
            <a:chExt cx="140" cy="140"/>
          </a:xfrm>
        </p:grpSpPr>
        <p:sp>
          <p:nvSpPr>
            <p:cNvPr id="60" name="AutoShape 42">
              <a:extLst>
                <a:ext uri="{FF2B5EF4-FFF2-40B4-BE49-F238E27FC236}">
                  <a16:creationId xmlns:a16="http://schemas.microsoft.com/office/drawing/2014/main" id="{2324AFEE-0370-0D6F-28C5-F83508426C3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70" y="2090"/>
              <a:ext cx="140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Oval 44">
              <a:extLst>
                <a:ext uri="{FF2B5EF4-FFF2-40B4-BE49-F238E27FC236}">
                  <a16:creationId xmlns:a16="http://schemas.microsoft.com/office/drawing/2014/main" id="{03F56904-0D0C-61E7-A5A6-EBF87D3A2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2116"/>
              <a:ext cx="90" cy="90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Oval 45">
              <a:extLst>
                <a:ext uri="{FF2B5EF4-FFF2-40B4-BE49-F238E27FC236}">
                  <a16:creationId xmlns:a16="http://schemas.microsoft.com/office/drawing/2014/main" id="{CD9C0823-F777-4047-AB47-D6A20EFC5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2116"/>
              <a:ext cx="90" cy="90"/>
            </a:xfrm>
            <a:prstGeom prst="ellipse">
              <a:avLst/>
            </a:prstGeom>
            <a:noFill/>
            <a:ln w="5238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535A2B9-AF1E-D071-9BD5-AA3096BE7BA6}"/>
              </a:ext>
            </a:extLst>
          </p:cNvPr>
          <p:cNvSpPr/>
          <p:nvPr/>
        </p:nvSpPr>
        <p:spPr>
          <a:xfrm>
            <a:off x="5003800" y="30099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98CC1B-6364-97DE-9228-EB6677DF468B}"/>
              </a:ext>
            </a:extLst>
          </p:cNvPr>
          <p:cNvSpPr txBox="1"/>
          <p:nvPr/>
        </p:nvSpPr>
        <p:spPr>
          <a:xfrm>
            <a:off x="5003800" y="42037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Small Node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66" name="Group 48">
            <a:extLst>
              <a:ext uri="{FF2B5EF4-FFF2-40B4-BE49-F238E27FC236}">
                <a16:creationId xmlns:a16="http://schemas.microsoft.com/office/drawing/2014/main" id="{032EBC29-BAB4-786B-2F3C-CBD39ED3BC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75350" y="3543300"/>
            <a:ext cx="152400" cy="152400"/>
            <a:chOff x="3792" y="2112"/>
            <a:chExt cx="96" cy="96"/>
          </a:xfrm>
        </p:grpSpPr>
        <p:sp>
          <p:nvSpPr>
            <p:cNvPr id="67" name="AutoShape 47">
              <a:extLst>
                <a:ext uri="{FF2B5EF4-FFF2-40B4-BE49-F238E27FC236}">
                  <a16:creationId xmlns:a16="http://schemas.microsoft.com/office/drawing/2014/main" id="{7E7EEADC-BBCF-535F-BB02-72EA953081F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92" y="2112"/>
              <a:ext cx="96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Oval 49">
              <a:extLst>
                <a:ext uri="{FF2B5EF4-FFF2-40B4-BE49-F238E27FC236}">
                  <a16:creationId xmlns:a16="http://schemas.microsoft.com/office/drawing/2014/main" id="{AD234E13-DCD7-FDF0-DF19-E20CAE058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" y="2134"/>
              <a:ext cx="54" cy="5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Oval 50">
              <a:extLst>
                <a:ext uri="{FF2B5EF4-FFF2-40B4-BE49-F238E27FC236}">
                  <a16:creationId xmlns:a16="http://schemas.microsoft.com/office/drawing/2014/main" id="{D9C2E6C5-12EC-68B5-9E6E-1027E2831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" y="2134"/>
              <a:ext cx="54" cy="54"/>
            </a:xfrm>
            <a:prstGeom prst="ellipse">
              <a:avLst/>
            </a:prstGeom>
            <a:noFill/>
            <a:ln w="3968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7FDCD2A-7E59-211D-F7EB-94FD0F449257}"/>
              </a:ext>
            </a:extLst>
          </p:cNvPr>
          <p:cNvSpPr/>
          <p:nvPr/>
        </p:nvSpPr>
        <p:spPr>
          <a:xfrm>
            <a:off x="7251700" y="30099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D98543-3F5D-B314-6E1F-76E43149BA69}"/>
              </a:ext>
            </a:extLst>
          </p:cNvPr>
          <p:cNvSpPr txBox="1"/>
          <p:nvPr/>
        </p:nvSpPr>
        <p:spPr>
          <a:xfrm>
            <a:off x="7251700" y="42037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Switch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73" name="Group 53">
            <a:extLst>
              <a:ext uri="{FF2B5EF4-FFF2-40B4-BE49-F238E27FC236}">
                <a16:creationId xmlns:a16="http://schemas.microsoft.com/office/drawing/2014/main" id="{FD9E3C70-F535-793A-62B7-3BCF9EE3C9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56550" y="3406775"/>
            <a:ext cx="685800" cy="425450"/>
            <a:chOff x="3624" y="2026"/>
            <a:chExt cx="432" cy="268"/>
          </a:xfrm>
        </p:grpSpPr>
        <p:sp>
          <p:nvSpPr>
            <p:cNvPr id="74" name="AutoShape 52">
              <a:extLst>
                <a:ext uri="{FF2B5EF4-FFF2-40B4-BE49-F238E27FC236}">
                  <a16:creationId xmlns:a16="http://schemas.microsoft.com/office/drawing/2014/main" id="{C5B141AB-C0C1-E8CF-7AA6-0876F46D268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24" y="2026"/>
              <a:ext cx="432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Oval 54">
              <a:extLst>
                <a:ext uri="{FF2B5EF4-FFF2-40B4-BE49-F238E27FC236}">
                  <a16:creationId xmlns:a16="http://schemas.microsoft.com/office/drawing/2014/main" id="{6D631B33-DC0C-DC45-2CD6-A337E9C7A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0" y="2184"/>
              <a:ext cx="87" cy="88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Oval 55">
              <a:extLst>
                <a:ext uri="{FF2B5EF4-FFF2-40B4-BE49-F238E27FC236}">
                  <a16:creationId xmlns:a16="http://schemas.microsoft.com/office/drawing/2014/main" id="{876F1A6F-CBAC-0ADB-4ABF-CF6D59391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0" y="2184"/>
              <a:ext cx="87" cy="88"/>
            </a:xfrm>
            <a:prstGeom prst="ellips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Oval 56">
              <a:extLst>
                <a:ext uri="{FF2B5EF4-FFF2-40B4-BE49-F238E27FC236}">
                  <a16:creationId xmlns:a16="http://schemas.microsoft.com/office/drawing/2014/main" id="{C33734E2-C334-6DEE-BC2A-84532840E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5" y="2184"/>
              <a:ext cx="88" cy="88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Oval 57">
              <a:extLst>
                <a:ext uri="{FF2B5EF4-FFF2-40B4-BE49-F238E27FC236}">
                  <a16:creationId xmlns:a16="http://schemas.microsoft.com/office/drawing/2014/main" id="{E8C9B93C-887C-91F8-B5CA-80FDBA38A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5" y="2184"/>
              <a:ext cx="88" cy="88"/>
            </a:xfrm>
            <a:prstGeom prst="ellips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Line 58">
              <a:extLst>
                <a:ext uri="{FF2B5EF4-FFF2-40B4-BE49-F238E27FC236}">
                  <a16:creationId xmlns:a16="http://schemas.microsoft.com/office/drawing/2014/main" id="{50550B49-851C-61BD-4D04-6D0D9D788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052"/>
              <a:ext cx="179" cy="14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4DF48BC-43A4-A866-6202-D393DDCA833A}"/>
              </a:ext>
            </a:extLst>
          </p:cNvPr>
          <p:cNvSpPr/>
          <p:nvPr/>
        </p:nvSpPr>
        <p:spPr>
          <a:xfrm>
            <a:off x="9499600" y="30099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85F24CE-2495-E90D-5E74-87711A0B9811}"/>
              </a:ext>
            </a:extLst>
          </p:cNvPr>
          <p:cNvSpPr txBox="1"/>
          <p:nvPr/>
        </p:nvSpPr>
        <p:spPr>
          <a:xfrm>
            <a:off x="9499600" y="42037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Chopper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83" name="Group 61">
            <a:extLst>
              <a:ext uri="{FF2B5EF4-FFF2-40B4-BE49-F238E27FC236}">
                <a16:creationId xmlns:a16="http://schemas.microsoft.com/office/drawing/2014/main" id="{BE475C76-7899-3FC6-0168-3D601FE2E9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948863" y="3344863"/>
            <a:ext cx="1196975" cy="549275"/>
            <a:chOff x="3463" y="1987"/>
            <a:chExt cx="754" cy="346"/>
          </a:xfrm>
        </p:grpSpPr>
        <p:sp>
          <p:nvSpPr>
            <p:cNvPr id="84" name="AutoShape 60">
              <a:extLst>
                <a:ext uri="{FF2B5EF4-FFF2-40B4-BE49-F238E27FC236}">
                  <a16:creationId xmlns:a16="http://schemas.microsoft.com/office/drawing/2014/main" id="{3016F429-69EC-4CF9-3B5E-6A87079A3EC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463" y="1987"/>
              <a:ext cx="75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Line 62">
              <a:extLst>
                <a:ext uri="{FF2B5EF4-FFF2-40B4-BE49-F238E27FC236}">
                  <a16:creationId xmlns:a16="http://schemas.microsoft.com/office/drawing/2014/main" id="{2CE6CF57-8930-2CE8-5A62-57C5423FBA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8" y="2013"/>
              <a:ext cx="708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Line 63">
              <a:extLst>
                <a:ext uri="{FF2B5EF4-FFF2-40B4-BE49-F238E27FC236}">
                  <a16:creationId xmlns:a16="http://schemas.microsoft.com/office/drawing/2014/main" id="{706FF8F5-79E2-51F7-5D22-CBF92DFEE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8" y="2312"/>
              <a:ext cx="708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Line 64">
              <a:extLst>
                <a:ext uri="{FF2B5EF4-FFF2-40B4-BE49-F238E27FC236}">
                  <a16:creationId xmlns:a16="http://schemas.microsoft.com/office/drawing/2014/main" id="{4040445A-E94D-FC14-5F86-8552FD88D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6" y="2013"/>
              <a:ext cx="0" cy="297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Line 65">
              <a:extLst>
                <a:ext uri="{FF2B5EF4-FFF2-40B4-BE49-F238E27FC236}">
                  <a16:creationId xmlns:a16="http://schemas.microsoft.com/office/drawing/2014/main" id="{1F7BFC25-9A59-6BB0-798C-721F0B734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2014"/>
              <a:ext cx="0" cy="29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Line 66">
              <a:extLst>
                <a:ext uri="{FF2B5EF4-FFF2-40B4-BE49-F238E27FC236}">
                  <a16:creationId xmlns:a16="http://schemas.microsoft.com/office/drawing/2014/main" id="{4F028202-AA42-5998-D69C-02AFCA41B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7" y="2092"/>
              <a:ext cx="572" cy="14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Line 67">
              <a:extLst>
                <a:ext uri="{FF2B5EF4-FFF2-40B4-BE49-F238E27FC236}">
                  <a16:creationId xmlns:a16="http://schemas.microsoft.com/office/drawing/2014/main" id="{9BA65F2C-4F0C-F5A5-B7B8-8C0C37ABD3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4" y="2092"/>
              <a:ext cx="571" cy="14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9801376-252C-8F0A-4E25-3F3ECCCF2005}"/>
              </a:ext>
            </a:extLst>
          </p:cNvPr>
          <p:cNvSpPr/>
          <p:nvPr/>
        </p:nvSpPr>
        <p:spPr>
          <a:xfrm>
            <a:off x="508000" y="46863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687C833-0567-3C23-29CC-1543C1FD59B8}"/>
              </a:ext>
            </a:extLst>
          </p:cNvPr>
          <p:cNvSpPr txBox="1"/>
          <p:nvPr/>
        </p:nvSpPr>
        <p:spPr>
          <a:xfrm>
            <a:off x="508000" y="58801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Current Source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94" name="Group 70">
            <a:extLst>
              <a:ext uri="{FF2B5EF4-FFF2-40B4-BE49-F238E27FC236}">
                <a16:creationId xmlns:a16="http://schemas.microsoft.com/office/drawing/2014/main" id="{0BE05F3E-48D9-9437-3609-C19D94A13C2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54125" y="4994275"/>
            <a:ext cx="603250" cy="603250"/>
            <a:chOff x="3650" y="1970"/>
            <a:chExt cx="380" cy="380"/>
          </a:xfrm>
        </p:grpSpPr>
        <p:sp>
          <p:nvSpPr>
            <p:cNvPr id="95" name="AutoShape 69">
              <a:extLst>
                <a:ext uri="{FF2B5EF4-FFF2-40B4-BE49-F238E27FC236}">
                  <a16:creationId xmlns:a16="http://schemas.microsoft.com/office/drawing/2014/main" id="{AB0FA383-71D3-1607-6EDB-B8030AC80AD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50" y="1970"/>
              <a:ext cx="380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6" name="Oval 71">
              <a:extLst>
                <a:ext uri="{FF2B5EF4-FFF2-40B4-BE49-F238E27FC236}">
                  <a16:creationId xmlns:a16="http://schemas.microsoft.com/office/drawing/2014/main" id="{0E08C99C-CB52-4BD1-F12D-F9B915881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6" y="1996"/>
              <a:ext cx="331" cy="331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7" name="Oval 72">
              <a:extLst>
                <a:ext uri="{FF2B5EF4-FFF2-40B4-BE49-F238E27FC236}">
                  <a16:creationId xmlns:a16="http://schemas.microsoft.com/office/drawing/2014/main" id="{35C20177-3690-2B00-A0B7-E27FA1DF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6" y="1996"/>
              <a:ext cx="331" cy="331"/>
            </a:xfrm>
            <a:prstGeom prst="ellips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8" name="Line 73">
              <a:extLst>
                <a:ext uri="{FF2B5EF4-FFF2-40B4-BE49-F238E27FC236}">
                  <a16:creationId xmlns:a16="http://schemas.microsoft.com/office/drawing/2014/main" id="{C91C4915-24DC-3006-F538-E3A110CC6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2" y="2060"/>
              <a:ext cx="0" cy="7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9" name="Freeform 74">
              <a:extLst>
                <a:ext uri="{FF2B5EF4-FFF2-40B4-BE49-F238E27FC236}">
                  <a16:creationId xmlns:a16="http://schemas.microsoft.com/office/drawing/2014/main" id="{B31493EA-26B6-B4CE-56A0-65B9F45C9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2126"/>
              <a:ext cx="105" cy="159"/>
            </a:xfrm>
            <a:custGeom>
              <a:avLst/>
              <a:gdLst>
                <a:gd name="T0" fmla="*/ 0 w 105"/>
                <a:gd name="T1" fmla="*/ 0 h 159"/>
                <a:gd name="T2" fmla="*/ 53 w 105"/>
                <a:gd name="T3" fmla="*/ 159 h 159"/>
                <a:gd name="T4" fmla="*/ 105 w 105"/>
                <a:gd name="T5" fmla="*/ 0 h 159"/>
                <a:gd name="T6" fmla="*/ 0 w 105"/>
                <a:gd name="T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5" h="159">
                  <a:moveTo>
                    <a:pt x="0" y="0"/>
                  </a:moveTo>
                  <a:lnTo>
                    <a:pt x="53" y="159"/>
                  </a:lnTo>
                  <a:lnTo>
                    <a:pt x="1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9E2C605-B88D-3B3A-8FD4-DB3CE5B13B87}"/>
              </a:ext>
            </a:extLst>
          </p:cNvPr>
          <p:cNvSpPr/>
          <p:nvPr/>
        </p:nvSpPr>
        <p:spPr>
          <a:xfrm>
            <a:off x="2755900" y="46863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3090FFB-94EA-C82F-81F2-A5DBE72711A5}"/>
              </a:ext>
            </a:extLst>
          </p:cNvPr>
          <p:cNvSpPr txBox="1"/>
          <p:nvPr/>
        </p:nvSpPr>
        <p:spPr>
          <a:xfrm>
            <a:off x="2755900" y="58801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PAD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03" name="Group 77">
            <a:extLst>
              <a:ext uri="{FF2B5EF4-FFF2-40B4-BE49-F238E27FC236}">
                <a16:creationId xmlns:a16="http://schemas.microsoft.com/office/drawing/2014/main" id="{D1EE490C-F7CA-29AD-5C37-E23719B186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16325" y="5108575"/>
            <a:ext cx="374650" cy="374650"/>
            <a:chOff x="3722" y="2042"/>
            <a:chExt cx="236" cy="236"/>
          </a:xfrm>
        </p:grpSpPr>
        <p:sp>
          <p:nvSpPr>
            <p:cNvPr id="104" name="AutoShape 76">
              <a:extLst>
                <a:ext uri="{FF2B5EF4-FFF2-40B4-BE49-F238E27FC236}">
                  <a16:creationId xmlns:a16="http://schemas.microsoft.com/office/drawing/2014/main" id="{A728B080-B1A9-7419-7F0C-8AD2CBB245C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22" y="2042"/>
              <a:ext cx="236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5" name="Rectangle 78">
              <a:extLst>
                <a:ext uri="{FF2B5EF4-FFF2-40B4-BE49-F238E27FC236}">
                  <a16:creationId xmlns:a16="http://schemas.microsoft.com/office/drawing/2014/main" id="{C5A84BEA-5FDC-7BC2-5316-3C8FD88EC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8" y="2068"/>
              <a:ext cx="186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6" name="Rectangle 79">
              <a:extLst>
                <a:ext uri="{FF2B5EF4-FFF2-40B4-BE49-F238E27FC236}">
                  <a16:creationId xmlns:a16="http://schemas.microsoft.com/office/drawing/2014/main" id="{E66D0EFD-C3DC-873E-A8A2-5915B4D6B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8" y="2068"/>
              <a:ext cx="186" cy="186"/>
            </a:xfrm>
            <a:prstGeom prst="rect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7" name="Line 80">
              <a:extLst>
                <a:ext uri="{FF2B5EF4-FFF2-40B4-BE49-F238E27FC236}">
                  <a16:creationId xmlns:a16="http://schemas.microsoft.com/office/drawing/2014/main" id="{89675065-8B1E-B187-8A80-1ECF76CAF6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8" y="2070"/>
              <a:ext cx="186" cy="184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8" name="Line 81">
              <a:extLst>
                <a:ext uri="{FF2B5EF4-FFF2-40B4-BE49-F238E27FC236}">
                  <a16:creationId xmlns:a16="http://schemas.microsoft.com/office/drawing/2014/main" id="{46834E9B-91FF-C511-BED9-53E14BF92D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48" y="2070"/>
              <a:ext cx="185" cy="182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8DEB477-A43C-436E-E9BD-CD4230805106}"/>
              </a:ext>
            </a:extLst>
          </p:cNvPr>
          <p:cNvSpPr/>
          <p:nvPr/>
        </p:nvSpPr>
        <p:spPr>
          <a:xfrm>
            <a:off x="5003800" y="46863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F380D1E-2223-3BE8-FF32-C32E76601D8D}"/>
              </a:ext>
            </a:extLst>
          </p:cNvPr>
          <p:cNvSpPr txBox="1"/>
          <p:nvPr/>
        </p:nvSpPr>
        <p:spPr>
          <a:xfrm>
            <a:off x="5003800" y="58801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Crystal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12" name="Group 84">
            <a:extLst>
              <a:ext uri="{FF2B5EF4-FFF2-40B4-BE49-F238E27FC236}">
                <a16:creationId xmlns:a16="http://schemas.microsoft.com/office/drawing/2014/main" id="{91C94DAE-4735-F8E4-D3F7-58D6D182026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49925" y="4933950"/>
            <a:ext cx="603250" cy="723900"/>
            <a:chOff x="3650" y="1932"/>
            <a:chExt cx="380" cy="456"/>
          </a:xfrm>
        </p:grpSpPr>
        <p:sp>
          <p:nvSpPr>
            <p:cNvPr id="113" name="AutoShape 83">
              <a:extLst>
                <a:ext uri="{FF2B5EF4-FFF2-40B4-BE49-F238E27FC236}">
                  <a16:creationId xmlns:a16="http://schemas.microsoft.com/office/drawing/2014/main" id="{6CD43420-E5D8-87AD-D5A3-4374F949630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50" y="1932"/>
              <a:ext cx="380" cy="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4" name="Line 85">
              <a:extLst>
                <a:ext uri="{FF2B5EF4-FFF2-40B4-BE49-F238E27FC236}">
                  <a16:creationId xmlns:a16="http://schemas.microsoft.com/office/drawing/2014/main" id="{FFFC64D0-8112-78A7-2173-0B43EB414E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3" y="1958"/>
              <a:ext cx="0" cy="6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5" name="Rectangle 86">
              <a:extLst>
                <a:ext uri="{FF2B5EF4-FFF2-40B4-BE49-F238E27FC236}">
                  <a16:creationId xmlns:a16="http://schemas.microsoft.com/office/drawing/2014/main" id="{B372C5E2-2528-BA5F-E72C-F8DEDBE7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6" y="2086"/>
              <a:ext cx="333" cy="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6" name="Rectangle 87">
              <a:extLst>
                <a:ext uri="{FF2B5EF4-FFF2-40B4-BE49-F238E27FC236}">
                  <a16:creationId xmlns:a16="http://schemas.microsoft.com/office/drawing/2014/main" id="{670D8415-FDAF-64EB-CD87-3A1876717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6" y="2086"/>
              <a:ext cx="333" cy="152"/>
            </a:xfrm>
            <a:prstGeom prst="rect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7" name="Line 88">
              <a:extLst>
                <a:ext uri="{FF2B5EF4-FFF2-40B4-BE49-F238E27FC236}">
                  <a16:creationId xmlns:a16="http://schemas.microsoft.com/office/drawing/2014/main" id="{B3027E5A-E413-EA0E-2FE1-550D64ECA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3" y="2297"/>
              <a:ext cx="0" cy="6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8" name="Line 89">
              <a:extLst>
                <a:ext uri="{FF2B5EF4-FFF2-40B4-BE49-F238E27FC236}">
                  <a16:creationId xmlns:a16="http://schemas.microsoft.com/office/drawing/2014/main" id="{1216C008-AF82-49EF-3AF8-B506BDBDB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297"/>
              <a:ext cx="276" cy="0"/>
            </a:xfrm>
            <a:prstGeom prst="lin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9" name="Line 90">
              <a:extLst>
                <a:ext uri="{FF2B5EF4-FFF2-40B4-BE49-F238E27FC236}">
                  <a16:creationId xmlns:a16="http://schemas.microsoft.com/office/drawing/2014/main" id="{AB6A826B-6935-0815-F97E-59B5828CF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026"/>
              <a:ext cx="276" cy="0"/>
            </a:xfrm>
            <a:prstGeom prst="lin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20476A3-FABF-9F95-FD56-B7FDB52C045C}"/>
              </a:ext>
            </a:extLst>
          </p:cNvPr>
          <p:cNvSpPr/>
          <p:nvPr/>
        </p:nvSpPr>
        <p:spPr>
          <a:xfrm>
            <a:off x="7251700" y="4686300"/>
            <a:ext cx="2095500" cy="1524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0E896E3-3A8F-11F1-8EEB-778666CF8E23}"/>
              </a:ext>
            </a:extLst>
          </p:cNvPr>
          <p:cNvSpPr txBox="1"/>
          <p:nvPr/>
        </p:nvSpPr>
        <p:spPr>
          <a:xfrm>
            <a:off x="7251700" y="5880100"/>
            <a:ext cx="209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Wire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23" name="Group 93">
            <a:extLst>
              <a:ext uri="{FF2B5EF4-FFF2-40B4-BE49-F238E27FC236}">
                <a16:creationId xmlns:a16="http://schemas.microsoft.com/office/drawing/2014/main" id="{C1D54780-4B6D-AC0B-EB3A-9C1B6244A50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78788" y="5254625"/>
            <a:ext cx="441325" cy="82550"/>
            <a:chOff x="3701" y="2134"/>
            <a:chExt cx="278" cy="52"/>
          </a:xfrm>
        </p:grpSpPr>
        <p:sp>
          <p:nvSpPr>
            <p:cNvPr id="124" name="AutoShape 92">
              <a:extLst>
                <a:ext uri="{FF2B5EF4-FFF2-40B4-BE49-F238E27FC236}">
                  <a16:creationId xmlns:a16="http://schemas.microsoft.com/office/drawing/2014/main" id="{5FD9E837-FD43-6F83-B8EE-ABB436A58FA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01" y="2134"/>
              <a:ext cx="278" cy="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5" name="Line 94">
              <a:extLst>
                <a:ext uri="{FF2B5EF4-FFF2-40B4-BE49-F238E27FC236}">
                  <a16:creationId xmlns:a16="http://schemas.microsoft.com/office/drawing/2014/main" id="{C8952D00-85AB-8B1B-331A-6EAE4248F0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7" y="2161"/>
              <a:ext cx="230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0825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3CE8938-1735-86FD-04FF-A67B2830101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BA6A9-0EC5-95C5-9699-DA35DC1C4DA1}"/>
              </a:ext>
            </a:extLst>
          </p:cNvPr>
          <p:cNvSpPr txBox="1"/>
          <p:nvPr/>
        </p:nvSpPr>
        <p:spPr>
          <a:xfrm>
            <a:off x="508000" y="228600"/>
            <a:ext cx="1117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b="1">
                <a:solidFill>
                  <a:srgbClr val="1A365D"/>
                </a:solidFill>
                <a:latin typeface="Segoe UI" panose="020B0502040204020203" pitchFamily="34" charset="0"/>
              </a:rPr>
              <a:t>Amplifiers &amp; Analog Functional Blocks</a:t>
            </a:r>
            <a:endParaRPr lang="ko-KR" altLang="en-US" b="1">
              <a:solidFill>
                <a:srgbClr val="1A365D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756F27-5EA9-61BD-24F5-9CBB6D4DCB3A}"/>
              </a:ext>
            </a:extLst>
          </p:cNvPr>
          <p:cNvSpPr txBox="1"/>
          <p:nvPr/>
        </p:nvSpPr>
        <p:spPr>
          <a:xfrm>
            <a:off x="508000" y="660400"/>
            <a:ext cx="11176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>
                <a:solidFill>
                  <a:srgbClr val="64748B"/>
                </a:solidFill>
                <a:latin typeface="Segoe UI" panose="020B0502040204020203" pitchFamily="34" charset="0"/>
              </a:rPr>
              <a:t>Operational Amplifiers, Fully-Differential Op-Amps, Comparators &amp; Analog Blocks</a:t>
            </a:r>
            <a:endParaRPr lang="ko-KR" altLang="en-US" sz="10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2B6E4E-6E7E-F790-EF12-E79638B9D4B5}"/>
              </a:ext>
            </a:extLst>
          </p:cNvPr>
          <p:cNvSpPr/>
          <p:nvPr/>
        </p:nvSpPr>
        <p:spPr>
          <a:xfrm>
            <a:off x="508000" y="1460500"/>
            <a:ext cx="3492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73C65A-1CAD-00A7-C6BE-410CAF5EA6B8}"/>
              </a:ext>
            </a:extLst>
          </p:cNvPr>
          <p:cNvSpPr txBox="1"/>
          <p:nvPr/>
        </p:nvSpPr>
        <p:spPr>
          <a:xfrm>
            <a:off x="508000" y="3162300"/>
            <a:ext cx="349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Amp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CF71092E-1E8B-5D4C-ACC5-B32DDF5B085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28788" y="1831975"/>
            <a:ext cx="1050925" cy="984250"/>
            <a:chOff x="3509" y="1850"/>
            <a:chExt cx="662" cy="620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8E317348-3FDA-17E4-E6C8-574E8C80DC2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09" y="1850"/>
              <a:ext cx="662" cy="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3D0DA769-D056-CED4-C75A-E01BF98123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4" y="1876"/>
              <a:ext cx="0" cy="572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Line 6">
              <a:extLst>
                <a:ext uri="{FF2B5EF4-FFF2-40B4-BE49-F238E27FC236}">
                  <a16:creationId xmlns:a16="http://schemas.microsoft.com/office/drawing/2014/main" id="{20EEAD7E-ECC1-BB63-0029-53006FC92A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4" y="1876"/>
              <a:ext cx="617" cy="286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D824C1D2-1C58-98E4-6E8E-C9DABF5591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4" y="2162"/>
              <a:ext cx="617" cy="286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75114570-9B37-4DD0-1003-77A2485996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8" y="1970"/>
              <a:ext cx="0" cy="69"/>
            </a:xfrm>
            <a:prstGeom prst="lin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A3D91E16-928D-0ED2-ABCC-3BE3EF8D93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4" y="2004"/>
              <a:ext cx="69" cy="0"/>
            </a:xfrm>
            <a:prstGeom prst="lin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8796D480-F073-4ACA-4025-68BA7A2A4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4" y="2315"/>
              <a:ext cx="69" cy="0"/>
            </a:xfrm>
            <a:prstGeom prst="lin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A34A56-569E-23E8-605A-3BFADA86C920}"/>
              </a:ext>
            </a:extLst>
          </p:cNvPr>
          <p:cNvSpPr/>
          <p:nvPr/>
        </p:nvSpPr>
        <p:spPr>
          <a:xfrm>
            <a:off x="4152900" y="1460500"/>
            <a:ext cx="3492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AE1A33-74CF-2B8B-E533-A47E9AD29698}"/>
              </a:ext>
            </a:extLst>
          </p:cNvPr>
          <p:cNvSpPr txBox="1"/>
          <p:nvPr/>
        </p:nvSpPr>
        <p:spPr>
          <a:xfrm>
            <a:off x="4152900" y="3162300"/>
            <a:ext cx="349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FD OpAmp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FBA6D24C-D9AC-9765-7DB7-5EF6D843228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59388" y="1760538"/>
            <a:ext cx="1279525" cy="1127125"/>
            <a:chOff x="3437" y="1805"/>
            <a:chExt cx="806" cy="710"/>
          </a:xfrm>
        </p:grpSpPr>
        <p:sp>
          <p:nvSpPr>
            <p:cNvPr id="20" name="AutoShape 12">
              <a:extLst>
                <a:ext uri="{FF2B5EF4-FFF2-40B4-BE49-F238E27FC236}">
                  <a16:creationId xmlns:a16="http://schemas.microsoft.com/office/drawing/2014/main" id="{87CE7D74-A1EC-CD82-C8E2-259643BEEC1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437" y="1805"/>
              <a:ext cx="806" cy="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0DAA0ED4-E0CF-563C-247F-C9B04BE36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3" y="2001"/>
              <a:ext cx="68" cy="0"/>
            </a:xfrm>
            <a:prstGeom prst="lin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B2A6B501-5C31-4D9A-CD26-21B985D58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7" y="1967"/>
              <a:ext cx="0" cy="68"/>
            </a:xfrm>
            <a:prstGeom prst="lin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A2CC61C5-F575-B6E8-0966-9C9F67F1FA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2" y="2001"/>
              <a:ext cx="64" cy="0"/>
            </a:xfrm>
            <a:prstGeom prst="lin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1E79EED4-EE07-A220-43A3-1003C5E93F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0" y="2320"/>
              <a:ext cx="68" cy="0"/>
            </a:xfrm>
            <a:prstGeom prst="lin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Line 18">
              <a:extLst>
                <a:ext uri="{FF2B5EF4-FFF2-40B4-BE49-F238E27FC236}">
                  <a16:creationId xmlns:a16="http://schemas.microsoft.com/office/drawing/2014/main" id="{0F8B07E6-CC83-6B13-7BFE-533E1487D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4" y="2286"/>
              <a:ext cx="0" cy="69"/>
            </a:xfrm>
            <a:prstGeom prst="lin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Line 19">
              <a:extLst>
                <a:ext uri="{FF2B5EF4-FFF2-40B4-BE49-F238E27FC236}">
                  <a16:creationId xmlns:a16="http://schemas.microsoft.com/office/drawing/2014/main" id="{1A5E3C32-785B-1262-8EAF-D21A92F039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2320"/>
              <a:ext cx="64" cy="0"/>
            </a:xfrm>
            <a:prstGeom prst="lin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Line 20">
              <a:extLst>
                <a:ext uri="{FF2B5EF4-FFF2-40B4-BE49-F238E27FC236}">
                  <a16:creationId xmlns:a16="http://schemas.microsoft.com/office/drawing/2014/main" id="{8EC981FB-242C-4885-2423-5864769346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4" y="2160"/>
              <a:ext cx="758" cy="334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27D0C865-50F6-3A98-A91D-C21FD1665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2" y="1830"/>
              <a:ext cx="760" cy="33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Line 22">
              <a:extLst>
                <a:ext uri="{FF2B5EF4-FFF2-40B4-BE49-F238E27FC236}">
                  <a16:creationId xmlns:a16="http://schemas.microsoft.com/office/drawing/2014/main" id="{59E8CD22-3CB7-2288-4948-3D01BAF239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" y="1830"/>
              <a:ext cx="0" cy="663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051BC63-6B11-4980-E164-9D9936705FB2}"/>
              </a:ext>
            </a:extLst>
          </p:cNvPr>
          <p:cNvSpPr/>
          <p:nvPr/>
        </p:nvSpPr>
        <p:spPr>
          <a:xfrm>
            <a:off x="7797800" y="1460500"/>
            <a:ext cx="3492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DA2F18-D00F-3FDE-AC38-8B65C10996A2}"/>
              </a:ext>
            </a:extLst>
          </p:cNvPr>
          <p:cNvSpPr txBox="1"/>
          <p:nvPr/>
        </p:nvSpPr>
        <p:spPr>
          <a:xfrm>
            <a:off x="7797800" y="3162300"/>
            <a:ext cx="349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Comparator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33" name="Group 25">
            <a:extLst>
              <a:ext uri="{FF2B5EF4-FFF2-40B4-BE49-F238E27FC236}">
                <a16:creationId xmlns:a16="http://schemas.microsoft.com/office/drawing/2014/main" id="{43F11E65-C3F5-66F8-888F-289ED638987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18588" y="1831975"/>
            <a:ext cx="1050925" cy="984250"/>
            <a:chOff x="3509" y="1850"/>
            <a:chExt cx="662" cy="620"/>
          </a:xfrm>
        </p:grpSpPr>
        <p:sp>
          <p:nvSpPr>
            <p:cNvPr id="34" name="AutoShape 24">
              <a:extLst>
                <a:ext uri="{FF2B5EF4-FFF2-40B4-BE49-F238E27FC236}">
                  <a16:creationId xmlns:a16="http://schemas.microsoft.com/office/drawing/2014/main" id="{BB44D752-CA39-7901-6C8A-892D4022385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09" y="1850"/>
              <a:ext cx="662" cy="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465DDDB-6DFF-C644-6B17-5D9195932A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2270"/>
              <a:ext cx="39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161FD677-5473-B669-FA8B-EF41A293F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0" y="2053"/>
              <a:ext cx="40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Line 28">
              <a:extLst>
                <a:ext uri="{FF2B5EF4-FFF2-40B4-BE49-F238E27FC236}">
                  <a16:creationId xmlns:a16="http://schemas.microsoft.com/office/drawing/2014/main" id="{686FC342-74AD-8DCC-E220-EC73001E77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0" y="2054"/>
              <a:ext cx="0" cy="216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Line 29">
              <a:extLst>
                <a:ext uri="{FF2B5EF4-FFF2-40B4-BE49-F238E27FC236}">
                  <a16:creationId xmlns:a16="http://schemas.microsoft.com/office/drawing/2014/main" id="{27464968-B8C4-E2A5-19C4-FB0EC6BC5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7" y="2161"/>
              <a:ext cx="47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Line 30">
              <a:extLst>
                <a:ext uri="{FF2B5EF4-FFF2-40B4-BE49-F238E27FC236}">
                  <a16:creationId xmlns:a16="http://schemas.microsoft.com/office/drawing/2014/main" id="{5916B54D-47CB-211A-D65E-9C6A14525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4" y="1876"/>
              <a:ext cx="0" cy="572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Line 31">
              <a:extLst>
                <a:ext uri="{FF2B5EF4-FFF2-40B4-BE49-F238E27FC236}">
                  <a16:creationId xmlns:a16="http://schemas.microsoft.com/office/drawing/2014/main" id="{0EAF4354-354B-F7B8-33DD-82AD576CF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4" y="1876"/>
              <a:ext cx="617" cy="286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1" name="Line 32">
              <a:extLst>
                <a:ext uri="{FF2B5EF4-FFF2-40B4-BE49-F238E27FC236}">
                  <a16:creationId xmlns:a16="http://schemas.microsoft.com/office/drawing/2014/main" id="{338E6B94-8FD1-E1E0-D91A-EBB50BAEA5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4" y="2162"/>
              <a:ext cx="617" cy="286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71C6E1B-F0B8-F7AB-262D-94E1B92CCE99}"/>
              </a:ext>
            </a:extLst>
          </p:cNvPr>
          <p:cNvSpPr/>
          <p:nvPr/>
        </p:nvSpPr>
        <p:spPr>
          <a:xfrm>
            <a:off x="508000" y="3644900"/>
            <a:ext cx="3492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26C5D0-B6F2-DECD-E3B3-FAF581AE6064}"/>
              </a:ext>
            </a:extLst>
          </p:cNvPr>
          <p:cNvSpPr txBox="1"/>
          <p:nvPr/>
        </p:nvSpPr>
        <p:spPr>
          <a:xfrm>
            <a:off x="508000" y="5346700"/>
            <a:ext cx="349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TC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45" name="Group 35">
            <a:extLst>
              <a:ext uri="{FF2B5EF4-FFF2-40B4-BE49-F238E27FC236}">
                <a16:creationId xmlns:a16="http://schemas.microsoft.com/office/drawing/2014/main" id="{23DDED9F-DEE7-1F0F-6149-A6FE0FC6B34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41513" y="3795713"/>
            <a:ext cx="625475" cy="1425575"/>
            <a:chOff x="3643" y="1711"/>
            <a:chExt cx="394" cy="898"/>
          </a:xfrm>
        </p:grpSpPr>
        <p:sp>
          <p:nvSpPr>
            <p:cNvPr id="46" name="AutoShape 34">
              <a:extLst>
                <a:ext uri="{FF2B5EF4-FFF2-40B4-BE49-F238E27FC236}">
                  <a16:creationId xmlns:a16="http://schemas.microsoft.com/office/drawing/2014/main" id="{96D90E1E-7418-9AB2-7907-3EB13F6BD78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43" y="1711"/>
              <a:ext cx="394" cy="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431628DC-231C-713D-4871-129FAA800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7" y="1751"/>
              <a:ext cx="336" cy="824"/>
            </a:xfrm>
            <a:custGeom>
              <a:avLst/>
              <a:gdLst>
                <a:gd name="T0" fmla="*/ 0 w 336"/>
                <a:gd name="T1" fmla="*/ 0 h 824"/>
                <a:gd name="T2" fmla="*/ 336 w 336"/>
                <a:gd name="T3" fmla="*/ 155 h 824"/>
                <a:gd name="T4" fmla="*/ 336 w 336"/>
                <a:gd name="T5" fmla="*/ 661 h 824"/>
                <a:gd name="T6" fmla="*/ 0 w 336"/>
                <a:gd name="T7" fmla="*/ 824 h 824"/>
                <a:gd name="T8" fmla="*/ 0 w 336"/>
                <a:gd name="T9" fmla="*/ 11 h 824"/>
                <a:gd name="T10" fmla="*/ 0 w 336"/>
                <a:gd name="T11" fmla="*/ 0 h 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6" h="824">
                  <a:moveTo>
                    <a:pt x="0" y="0"/>
                  </a:moveTo>
                  <a:lnTo>
                    <a:pt x="336" y="155"/>
                  </a:lnTo>
                  <a:lnTo>
                    <a:pt x="336" y="661"/>
                  </a:lnTo>
                  <a:lnTo>
                    <a:pt x="0" y="824"/>
                  </a:lnTo>
                  <a:lnTo>
                    <a:pt x="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A80B8FEF-4B38-D8DE-C4E5-E68528FE0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7" y="1751"/>
              <a:ext cx="336" cy="824"/>
            </a:xfrm>
            <a:custGeom>
              <a:avLst/>
              <a:gdLst>
                <a:gd name="T0" fmla="*/ 0 w 336"/>
                <a:gd name="T1" fmla="*/ 0 h 824"/>
                <a:gd name="T2" fmla="*/ 336 w 336"/>
                <a:gd name="T3" fmla="*/ 155 h 824"/>
                <a:gd name="T4" fmla="*/ 336 w 336"/>
                <a:gd name="T5" fmla="*/ 661 h 824"/>
                <a:gd name="T6" fmla="*/ 0 w 336"/>
                <a:gd name="T7" fmla="*/ 824 h 824"/>
                <a:gd name="T8" fmla="*/ 0 w 336"/>
                <a:gd name="T9" fmla="*/ 11 h 824"/>
                <a:gd name="T10" fmla="*/ 0 w 336"/>
                <a:gd name="T11" fmla="*/ 0 h 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6" h="824">
                  <a:moveTo>
                    <a:pt x="0" y="0"/>
                  </a:moveTo>
                  <a:lnTo>
                    <a:pt x="336" y="155"/>
                  </a:lnTo>
                  <a:lnTo>
                    <a:pt x="336" y="661"/>
                  </a:lnTo>
                  <a:lnTo>
                    <a:pt x="0" y="824"/>
                  </a:lnTo>
                  <a:lnTo>
                    <a:pt x="0" y="1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Line 38">
              <a:extLst>
                <a:ext uri="{FF2B5EF4-FFF2-40B4-BE49-F238E27FC236}">
                  <a16:creationId xmlns:a16="http://schemas.microsoft.com/office/drawing/2014/main" id="{7243F902-CEBA-B801-680F-E6E151719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9" y="1736"/>
              <a:ext cx="0" cy="84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5C3162BF-5260-5C36-F4A7-8958B692F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9" y="1736"/>
              <a:ext cx="344" cy="163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" name="Line 40">
              <a:extLst>
                <a:ext uri="{FF2B5EF4-FFF2-40B4-BE49-F238E27FC236}">
                  <a16:creationId xmlns:a16="http://schemas.microsoft.com/office/drawing/2014/main" id="{13D3A956-BF05-A2C0-0CB6-542170C551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9" y="2425"/>
              <a:ext cx="344" cy="16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2" name="Line 41">
              <a:extLst>
                <a:ext uri="{FF2B5EF4-FFF2-40B4-BE49-F238E27FC236}">
                  <a16:creationId xmlns:a16="http://schemas.microsoft.com/office/drawing/2014/main" id="{E6E3B2C4-5768-8826-E0A8-D99990C08E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3" y="1902"/>
              <a:ext cx="0" cy="52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DA11720-79BE-C64D-506F-28B1B0342588}"/>
              </a:ext>
            </a:extLst>
          </p:cNvPr>
          <p:cNvSpPr/>
          <p:nvPr/>
        </p:nvSpPr>
        <p:spPr>
          <a:xfrm>
            <a:off x="4152900" y="3644900"/>
            <a:ext cx="3492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009ECA-14EA-2F43-6BCC-3B0C5AD7A4F7}"/>
              </a:ext>
            </a:extLst>
          </p:cNvPr>
          <p:cNvSpPr txBox="1"/>
          <p:nvPr/>
        </p:nvSpPr>
        <p:spPr>
          <a:xfrm>
            <a:off x="4152900" y="5346700"/>
            <a:ext cx="349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TI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56" name="Group 44">
            <a:extLst>
              <a:ext uri="{FF2B5EF4-FFF2-40B4-BE49-F238E27FC236}">
                <a16:creationId xmlns:a16="http://schemas.microsoft.com/office/drawing/2014/main" id="{E0F7EFDE-577C-469F-47C0-C0DC08CFF6C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99100" y="4086225"/>
            <a:ext cx="800100" cy="844550"/>
            <a:chOff x="3588" y="1894"/>
            <a:chExt cx="504" cy="532"/>
          </a:xfrm>
        </p:grpSpPr>
        <p:sp>
          <p:nvSpPr>
            <p:cNvPr id="57" name="AutoShape 43">
              <a:extLst>
                <a:ext uri="{FF2B5EF4-FFF2-40B4-BE49-F238E27FC236}">
                  <a16:creationId xmlns:a16="http://schemas.microsoft.com/office/drawing/2014/main" id="{2F183A7A-F846-B96D-5891-2779DAFF829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88" y="1894"/>
              <a:ext cx="504" cy="5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2A6D27EA-2C4A-81BC-92F9-B0CC494A3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1912"/>
              <a:ext cx="470" cy="493"/>
            </a:xfrm>
            <a:custGeom>
              <a:avLst/>
              <a:gdLst>
                <a:gd name="T0" fmla="*/ 0 w 470"/>
                <a:gd name="T1" fmla="*/ 0 h 493"/>
                <a:gd name="T2" fmla="*/ 470 w 470"/>
                <a:gd name="T3" fmla="*/ 247 h 493"/>
                <a:gd name="T4" fmla="*/ 0 w 470"/>
                <a:gd name="T5" fmla="*/ 493 h 493"/>
                <a:gd name="T6" fmla="*/ 0 w 470"/>
                <a:gd name="T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0" h="493">
                  <a:moveTo>
                    <a:pt x="0" y="0"/>
                  </a:moveTo>
                  <a:lnTo>
                    <a:pt x="470" y="247"/>
                  </a:lnTo>
                  <a:lnTo>
                    <a:pt x="0" y="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Line 46">
              <a:extLst>
                <a:ext uri="{FF2B5EF4-FFF2-40B4-BE49-F238E27FC236}">
                  <a16:creationId xmlns:a16="http://schemas.microsoft.com/office/drawing/2014/main" id="{580E9E51-8994-EA03-C9E1-3DD9FCDEEC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7" y="2159"/>
              <a:ext cx="469" cy="25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Line 47">
              <a:extLst>
                <a:ext uri="{FF2B5EF4-FFF2-40B4-BE49-F238E27FC236}">
                  <a16:creationId xmlns:a16="http://schemas.microsoft.com/office/drawing/2014/main" id="{788F949B-2883-29B3-7C2D-7BFB2D54A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1912"/>
              <a:ext cx="470" cy="247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Line 48">
              <a:extLst>
                <a:ext uri="{FF2B5EF4-FFF2-40B4-BE49-F238E27FC236}">
                  <a16:creationId xmlns:a16="http://schemas.microsoft.com/office/drawing/2014/main" id="{5B237DCE-8082-3C95-DFC4-5EE74515A2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1912"/>
              <a:ext cx="0" cy="496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61F93D8-AB22-740B-416E-A6CE1D1A935D}"/>
              </a:ext>
            </a:extLst>
          </p:cNvPr>
          <p:cNvSpPr/>
          <p:nvPr/>
        </p:nvSpPr>
        <p:spPr>
          <a:xfrm>
            <a:off x="7797800" y="3644900"/>
            <a:ext cx="3492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CF4F6D-6763-5804-A850-1C916E151C8F}"/>
              </a:ext>
            </a:extLst>
          </p:cNvPr>
          <p:cNvSpPr txBox="1"/>
          <p:nvPr/>
        </p:nvSpPr>
        <p:spPr>
          <a:xfrm>
            <a:off x="7797800" y="5346700"/>
            <a:ext cx="349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Electrode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65" name="Group 51">
            <a:extLst>
              <a:ext uri="{FF2B5EF4-FFF2-40B4-BE49-F238E27FC236}">
                <a16:creationId xmlns:a16="http://schemas.microsoft.com/office/drawing/2014/main" id="{D69041DA-FEB0-3B8A-221C-6692DE77F93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334500" y="3986213"/>
            <a:ext cx="419100" cy="1044575"/>
            <a:chOff x="3708" y="1831"/>
            <a:chExt cx="264" cy="658"/>
          </a:xfrm>
        </p:grpSpPr>
        <p:sp>
          <p:nvSpPr>
            <p:cNvPr id="66" name="AutoShape 50">
              <a:extLst>
                <a:ext uri="{FF2B5EF4-FFF2-40B4-BE49-F238E27FC236}">
                  <a16:creationId xmlns:a16="http://schemas.microsoft.com/office/drawing/2014/main" id="{2C56084A-A6F2-421E-192C-642752E94C3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08" y="1831"/>
              <a:ext cx="264" cy="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Freeform 52">
              <a:extLst>
                <a:ext uri="{FF2B5EF4-FFF2-40B4-BE49-F238E27FC236}">
                  <a16:creationId xmlns:a16="http://schemas.microsoft.com/office/drawing/2014/main" id="{AD26F527-A54E-55B4-46D0-9C47D3F33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1849"/>
              <a:ext cx="228" cy="626"/>
            </a:xfrm>
            <a:custGeom>
              <a:avLst/>
              <a:gdLst>
                <a:gd name="T0" fmla="*/ 745 w 745"/>
                <a:gd name="T1" fmla="*/ 1698 h 2070"/>
                <a:gd name="T2" fmla="*/ 745 w 745"/>
                <a:gd name="T3" fmla="*/ 373 h 2070"/>
                <a:gd name="T4" fmla="*/ 373 w 745"/>
                <a:gd name="T5" fmla="*/ 0 h 2070"/>
                <a:gd name="T6" fmla="*/ 373 w 745"/>
                <a:gd name="T7" fmla="*/ 0 h 2070"/>
                <a:gd name="T8" fmla="*/ 0 w 745"/>
                <a:gd name="T9" fmla="*/ 373 h 2070"/>
                <a:gd name="T10" fmla="*/ 0 w 745"/>
                <a:gd name="T11" fmla="*/ 373 h 2070"/>
                <a:gd name="T12" fmla="*/ 0 w 745"/>
                <a:gd name="T13" fmla="*/ 1698 h 2070"/>
                <a:gd name="T14" fmla="*/ 373 w 745"/>
                <a:gd name="T15" fmla="*/ 2070 h 2070"/>
                <a:gd name="T16" fmla="*/ 373 w 745"/>
                <a:gd name="T17" fmla="*/ 2070 h 2070"/>
                <a:gd name="T18" fmla="*/ 745 w 745"/>
                <a:gd name="T19" fmla="*/ 1698 h 2070"/>
                <a:gd name="T20" fmla="*/ 745 w 745"/>
                <a:gd name="T21" fmla="*/ 1698 h 2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5" h="2070">
                  <a:moveTo>
                    <a:pt x="745" y="1698"/>
                  </a:moveTo>
                  <a:lnTo>
                    <a:pt x="745" y="373"/>
                  </a:lnTo>
                  <a:cubicBezTo>
                    <a:pt x="745" y="167"/>
                    <a:pt x="578" y="0"/>
                    <a:pt x="373" y="0"/>
                  </a:cubicBezTo>
                  <a:cubicBezTo>
                    <a:pt x="373" y="0"/>
                    <a:pt x="373" y="0"/>
                    <a:pt x="373" y="0"/>
                  </a:cubicBezTo>
                  <a:cubicBezTo>
                    <a:pt x="167" y="0"/>
                    <a:pt x="0" y="167"/>
                    <a:pt x="0" y="373"/>
                  </a:cubicBezTo>
                  <a:cubicBezTo>
                    <a:pt x="0" y="373"/>
                    <a:pt x="0" y="373"/>
                    <a:pt x="0" y="373"/>
                  </a:cubicBezTo>
                  <a:lnTo>
                    <a:pt x="0" y="1698"/>
                  </a:lnTo>
                  <a:cubicBezTo>
                    <a:pt x="0" y="1904"/>
                    <a:pt x="167" y="2070"/>
                    <a:pt x="373" y="2070"/>
                  </a:cubicBezTo>
                  <a:cubicBezTo>
                    <a:pt x="373" y="2070"/>
                    <a:pt x="373" y="2070"/>
                    <a:pt x="373" y="2070"/>
                  </a:cubicBezTo>
                  <a:cubicBezTo>
                    <a:pt x="578" y="2070"/>
                    <a:pt x="745" y="1904"/>
                    <a:pt x="745" y="1698"/>
                  </a:cubicBezTo>
                  <a:cubicBezTo>
                    <a:pt x="745" y="1698"/>
                    <a:pt x="745" y="1698"/>
                    <a:pt x="745" y="1698"/>
                  </a:cubicBezTo>
                  <a:close/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521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634286-95E9-2511-8A7F-EEAC22A74B1F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41ED4-BD63-FD9A-1AB8-2D5B0EC5F2A9}"/>
              </a:ext>
            </a:extLst>
          </p:cNvPr>
          <p:cNvSpPr txBox="1"/>
          <p:nvPr/>
        </p:nvSpPr>
        <p:spPr>
          <a:xfrm>
            <a:off x="508000" y="228600"/>
            <a:ext cx="1117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b="1">
                <a:solidFill>
                  <a:srgbClr val="1A365D"/>
                </a:solidFill>
                <a:latin typeface="Segoe UI" panose="020B0502040204020203" pitchFamily="34" charset="0"/>
              </a:rPr>
              <a:t>Digital Logic Gates &amp; Flip-Flops</a:t>
            </a:r>
            <a:endParaRPr lang="ko-KR" altLang="en-US" b="1">
              <a:solidFill>
                <a:srgbClr val="1A365D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346E8-0473-BDB3-1BA2-CE3E19E70019}"/>
              </a:ext>
            </a:extLst>
          </p:cNvPr>
          <p:cNvSpPr txBox="1"/>
          <p:nvPr/>
        </p:nvSpPr>
        <p:spPr>
          <a:xfrm>
            <a:off x="508000" y="660400"/>
            <a:ext cx="11176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>
                <a:solidFill>
                  <a:srgbClr val="64748B"/>
                </a:solidFill>
                <a:latin typeface="Segoe UI" panose="020B0502040204020203" pitchFamily="34" charset="0"/>
              </a:rPr>
              <a:t>Inverters, Basic Logic Gates (AND/NAND/OR/NOR/XOR) &amp; D Flip-Flops</a:t>
            </a:r>
            <a:endParaRPr lang="ko-KR" altLang="en-US" sz="10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416CFE-3203-7464-1320-844ACB104CB7}"/>
              </a:ext>
            </a:extLst>
          </p:cNvPr>
          <p:cNvSpPr/>
          <p:nvPr/>
        </p:nvSpPr>
        <p:spPr>
          <a:xfrm>
            <a:off x="508000" y="14605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79481-9FF0-1589-7883-E9F6FC600408}"/>
              </a:ext>
            </a:extLst>
          </p:cNvPr>
          <p:cNvSpPr txBox="1"/>
          <p:nvPr/>
        </p:nvSpPr>
        <p:spPr>
          <a:xfrm>
            <a:off x="508000" y="31623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INV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BF7B8B82-7291-BA1D-3DC8-DD3510C8E38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44625" y="2011363"/>
            <a:ext cx="730250" cy="625475"/>
            <a:chOff x="3610" y="1963"/>
            <a:chExt cx="460" cy="39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FB3D4856-8906-799A-1653-D39286843E6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10" y="1963"/>
              <a:ext cx="460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3665F5C-4363-3B7D-ECBD-C7D2BD562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1989"/>
              <a:ext cx="318" cy="344"/>
            </a:xfrm>
            <a:custGeom>
              <a:avLst/>
              <a:gdLst>
                <a:gd name="T0" fmla="*/ 0 w 318"/>
                <a:gd name="T1" fmla="*/ 0 h 344"/>
                <a:gd name="T2" fmla="*/ 318 w 318"/>
                <a:gd name="T3" fmla="*/ 172 h 344"/>
                <a:gd name="T4" fmla="*/ 0 w 318"/>
                <a:gd name="T5" fmla="*/ 344 h 344"/>
                <a:gd name="T6" fmla="*/ 0 w 318"/>
                <a:gd name="T7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344">
                  <a:moveTo>
                    <a:pt x="0" y="0"/>
                  </a:moveTo>
                  <a:lnTo>
                    <a:pt x="318" y="172"/>
                  </a:lnTo>
                  <a:lnTo>
                    <a:pt x="0" y="3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5639165B-E44B-C70C-E3EB-E107B6338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1989"/>
              <a:ext cx="318" cy="344"/>
            </a:xfrm>
            <a:custGeom>
              <a:avLst/>
              <a:gdLst>
                <a:gd name="T0" fmla="*/ 0 w 318"/>
                <a:gd name="T1" fmla="*/ 0 h 344"/>
                <a:gd name="T2" fmla="*/ 318 w 318"/>
                <a:gd name="T3" fmla="*/ 172 h 344"/>
                <a:gd name="T4" fmla="*/ 0 w 318"/>
                <a:gd name="T5" fmla="*/ 344 h 344"/>
                <a:gd name="T6" fmla="*/ 0 w 318"/>
                <a:gd name="T7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344">
                  <a:moveTo>
                    <a:pt x="0" y="0"/>
                  </a:moveTo>
                  <a:lnTo>
                    <a:pt x="318" y="172"/>
                  </a:lnTo>
                  <a:lnTo>
                    <a:pt x="0" y="34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Oval 7">
              <a:extLst>
                <a:ext uri="{FF2B5EF4-FFF2-40B4-BE49-F238E27FC236}">
                  <a16:creationId xmlns:a16="http://schemas.microsoft.com/office/drawing/2014/main" id="{FE7E277C-A118-82E2-DFBF-D04FC5DCF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2117"/>
              <a:ext cx="87" cy="88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Oval 8">
              <a:extLst>
                <a:ext uri="{FF2B5EF4-FFF2-40B4-BE49-F238E27FC236}">
                  <a16:creationId xmlns:a16="http://schemas.microsoft.com/office/drawing/2014/main" id="{7EF4706E-1568-7390-FA6D-F9E1DBCC9C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2117"/>
              <a:ext cx="87" cy="88"/>
            </a:xfrm>
            <a:prstGeom prst="ellips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8A8A41-CDC8-2A11-713E-7057E5790954}"/>
              </a:ext>
            </a:extLst>
          </p:cNvPr>
          <p:cNvSpPr/>
          <p:nvPr/>
        </p:nvSpPr>
        <p:spPr>
          <a:xfrm>
            <a:off x="3263900" y="14605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1A7C31-A98F-597A-0830-C8AA29B28816}"/>
              </a:ext>
            </a:extLst>
          </p:cNvPr>
          <p:cNvSpPr txBox="1"/>
          <p:nvPr/>
        </p:nvSpPr>
        <p:spPr>
          <a:xfrm>
            <a:off x="3263900" y="31623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AND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7" name="Group 11">
            <a:extLst>
              <a:ext uri="{FF2B5EF4-FFF2-40B4-BE49-F238E27FC236}">
                <a16:creationId xmlns:a16="http://schemas.microsoft.com/office/drawing/2014/main" id="{85581AD9-ACD6-EB5D-FB50-22F2AB97880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30688" y="2008188"/>
            <a:ext cx="669925" cy="631825"/>
            <a:chOff x="3629" y="1961"/>
            <a:chExt cx="422" cy="398"/>
          </a:xfrm>
        </p:grpSpPr>
        <p:sp>
          <p:nvSpPr>
            <p:cNvPr id="18" name="AutoShape 10">
              <a:extLst>
                <a:ext uri="{FF2B5EF4-FFF2-40B4-BE49-F238E27FC236}">
                  <a16:creationId xmlns:a16="http://schemas.microsoft.com/office/drawing/2014/main" id="{9FF4A8CF-8B2B-14F4-5C72-4CA2E9B9B11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29" y="1961"/>
              <a:ext cx="422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BEA0EF9F-55FB-9068-C849-71444073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1987"/>
              <a:ext cx="390" cy="351"/>
            </a:xfrm>
            <a:custGeom>
              <a:avLst/>
              <a:gdLst>
                <a:gd name="T0" fmla="*/ 530 w 1286"/>
                <a:gd name="T1" fmla="*/ 1158 h 1158"/>
                <a:gd name="T2" fmla="*/ 60 w 1286"/>
                <a:gd name="T3" fmla="*/ 470 h 1158"/>
                <a:gd name="T4" fmla="*/ 530 w 1286"/>
                <a:gd name="T5" fmla="*/ 0 h 1158"/>
                <a:gd name="T6" fmla="*/ 1286 w 1286"/>
                <a:gd name="T7" fmla="*/ 1 h 1158"/>
                <a:gd name="T8" fmla="*/ 1286 w 1286"/>
                <a:gd name="T9" fmla="*/ 1156 h 1158"/>
                <a:gd name="T10" fmla="*/ 530 w 1286"/>
                <a:gd name="T11" fmla="*/ 1158 h 1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6" h="1158">
                  <a:moveTo>
                    <a:pt x="530" y="1158"/>
                  </a:moveTo>
                  <a:cubicBezTo>
                    <a:pt x="210" y="1098"/>
                    <a:pt x="0" y="789"/>
                    <a:pt x="60" y="470"/>
                  </a:cubicBezTo>
                  <a:cubicBezTo>
                    <a:pt x="105" y="231"/>
                    <a:pt x="292" y="45"/>
                    <a:pt x="530" y="0"/>
                  </a:cubicBezTo>
                  <a:lnTo>
                    <a:pt x="1286" y="1"/>
                  </a:lnTo>
                  <a:lnTo>
                    <a:pt x="1286" y="1156"/>
                  </a:lnTo>
                  <a:lnTo>
                    <a:pt x="530" y="1158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60D0BA41-779C-E778-9F4B-9B1CFE7AA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1987"/>
              <a:ext cx="390" cy="351"/>
            </a:xfrm>
            <a:custGeom>
              <a:avLst/>
              <a:gdLst>
                <a:gd name="T0" fmla="*/ 530 w 1286"/>
                <a:gd name="T1" fmla="*/ 1158 h 1158"/>
                <a:gd name="T2" fmla="*/ 60 w 1286"/>
                <a:gd name="T3" fmla="*/ 470 h 1158"/>
                <a:gd name="T4" fmla="*/ 530 w 1286"/>
                <a:gd name="T5" fmla="*/ 0 h 1158"/>
                <a:gd name="T6" fmla="*/ 1286 w 1286"/>
                <a:gd name="T7" fmla="*/ 1 h 1158"/>
                <a:gd name="T8" fmla="*/ 1286 w 1286"/>
                <a:gd name="T9" fmla="*/ 1156 h 1158"/>
                <a:gd name="T10" fmla="*/ 530 w 1286"/>
                <a:gd name="T11" fmla="*/ 1158 h 1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6" h="1158">
                  <a:moveTo>
                    <a:pt x="530" y="1158"/>
                  </a:moveTo>
                  <a:cubicBezTo>
                    <a:pt x="210" y="1098"/>
                    <a:pt x="0" y="789"/>
                    <a:pt x="60" y="470"/>
                  </a:cubicBezTo>
                  <a:cubicBezTo>
                    <a:pt x="105" y="231"/>
                    <a:pt x="292" y="45"/>
                    <a:pt x="530" y="0"/>
                  </a:cubicBezTo>
                  <a:lnTo>
                    <a:pt x="1286" y="1"/>
                  </a:lnTo>
                  <a:lnTo>
                    <a:pt x="1286" y="1156"/>
                  </a:lnTo>
                  <a:lnTo>
                    <a:pt x="530" y="1158"/>
                  </a:lnTo>
                  <a:close/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22C835A-4E7E-C835-EC26-E0E48535ECE4}"/>
              </a:ext>
            </a:extLst>
          </p:cNvPr>
          <p:cNvSpPr/>
          <p:nvPr/>
        </p:nvSpPr>
        <p:spPr>
          <a:xfrm>
            <a:off x="6019800" y="14605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AE9B5C-B3FB-CC26-817D-2A57589BC313}"/>
              </a:ext>
            </a:extLst>
          </p:cNvPr>
          <p:cNvSpPr txBox="1"/>
          <p:nvPr/>
        </p:nvSpPr>
        <p:spPr>
          <a:xfrm>
            <a:off x="6019800" y="31623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NAND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24" name="Group 16">
            <a:extLst>
              <a:ext uri="{FF2B5EF4-FFF2-40B4-BE49-F238E27FC236}">
                <a16:creationId xmlns:a16="http://schemas.microsoft.com/office/drawing/2014/main" id="{34FFC10D-8212-87B4-4348-BB48A0AA2E3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18313" y="2008188"/>
            <a:ext cx="1006475" cy="631825"/>
            <a:chOff x="3523" y="1961"/>
            <a:chExt cx="634" cy="398"/>
          </a:xfrm>
        </p:grpSpPr>
        <p:sp>
          <p:nvSpPr>
            <p:cNvPr id="25" name="AutoShape 15">
              <a:extLst>
                <a:ext uri="{FF2B5EF4-FFF2-40B4-BE49-F238E27FC236}">
                  <a16:creationId xmlns:a16="http://schemas.microsoft.com/office/drawing/2014/main" id="{D85D695C-E742-62B4-3B00-39106E912B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23" y="1961"/>
              <a:ext cx="634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63F0A78E-1621-7365-0F2E-950B9DAC8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987"/>
              <a:ext cx="389" cy="351"/>
            </a:xfrm>
            <a:custGeom>
              <a:avLst/>
              <a:gdLst>
                <a:gd name="T0" fmla="*/ 756 w 1286"/>
                <a:gd name="T1" fmla="*/ 1158 h 1158"/>
                <a:gd name="T2" fmla="*/ 1226 w 1286"/>
                <a:gd name="T3" fmla="*/ 470 h 1158"/>
                <a:gd name="T4" fmla="*/ 756 w 1286"/>
                <a:gd name="T5" fmla="*/ 0 h 1158"/>
                <a:gd name="T6" fmla="*/ 0 w 1286"/>
                <a:gd name="T7" fmla="*/ 1 h 1158"/>
                <a:gd name="T8" fmla="*/ 0 w 1286"/>
                <a:gd name="T9" fmla="*/ 1156 h 1158"/>
                <a:gd name="T10" fmla="*/ 756 w 1286"/>
                <a:gd name="T11" fmla="*/ 1158 h 1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6" h="1158">
                  <a:moveTo>
                    <a:pt x="756" y="1158"/>
                  </a:moveTo>
                  <a:cubicBezTo>
                    <a:pt x="1076" y="1098"/>
                    <a:pt x="1286" y="789"/>
                    <a:pt x="1226" y="470"/>
                  </a:cubicBezTo>
                  <a:cubicBezTo>
                    <a:pt x="1181" y="231"/>
                    <a:pt x="995" y="45"/>
                    <a:pt x="756" y="0"/>
                  </a:cubicBezTo>
                  <a:lnTo>
                    <a:pt x="0" y="1"/>
                  </a:lnTo>
                  <a:lnTo>
                    <a:pt x="0" y="1156"/>
                  </a:lnTo>
                  <a:lnTo>
                    <a:pt x="756" y="1158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1FA6E591-791D-5B05-F2BA-45FC35037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987"/>
              <a:ext cx="389" cy="351"/>
            </a:xfrm>
            <a:custGeom>
              <a:avLst/>
              <a:gdLst>
                <a:gd name="T0" fmla="*/ 756 w 1286"/>
                <a:gd name="T1" fmla="*/ 1158 h 1158"/>
                <a:gd name="T2" fmla="*/ 1226 w 1286"/>
                <a:gd name="T3" fmla="*/ 470 h 1158"/>
                <a:gd name="T4" fmla="*/ 756 w 1286"/>
                <a:gd name="T5" fmla="*/ 0 h 1158"/>
                <a:gd name="T6" fmla="*/ 0 w 1286"/>
                <a:gd name="T7" fmla="*/ 1 h 1158"/>
                <a:gd name="T8" fmla="*/ 0 w 1286"/>
                <a:gd name="T9" fmla="*/ 1156 h 1158"/>
                <a:gd name="T10" fmla="*/ 756 w 1286"/>
                <a:gd name="T11" fmla="*/ 1158 h 1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6" h="1158">
                  <a:moveTo>
                    <a:pt x="756" y="1158"/>
                  </a:moveTo>
                  <a:cubicBezTo>
                    <a:pt x="1076" y="1098"/>
                    <a:pt x="1286" y="789"/>
                    <a:pt x="1226" y="470"/>
                  </a:cubicBezTo>
                  <a:cubicBezTo>
                    <a:pt x="1181" y="231"/>
                    <a:pt x="995" y="45"/>
                    <a:pt x="756" y="0"/>
                  </a:cubicBezTo>
                  <a:lnTo>
                    <a:pt x="0" y="1"/>
                  </a:lnTo>
                  <a:lnTo>
                    <a:pt x="0" y="1156"/>
                  </a:lnTo>
                  <a:lnTo>
                    <a:pt x="756" y="1158"/>
                  </a:lnTo>
                  <a:close/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Oval 19">
              <a:extLst>
                <a:ext uri="{FF2B5EF4-FFF2-40B4-BE49-F238E27FC236}">
                  <a16:creationId xmlns:a16="http://schemas.microsoft.com/office/drawing/2014/main" id="{6900494D-8DD0-F6DD-17B9-1C24881B4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" y="2119"/>
              <a:ext cx="88" cy="87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Oval 20">
              <a:extLst>
                <a:ext uri="{FF2B5EF4-FFF2-40B4-BE49-F238E27FC236}">
                  <a16:creationId xmlns:a16="http://schemas.microsoft.com/office/drawing/2014/main" id="{2FE76452-F05D-953B-9C99-B6F7680DD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" y="2119"/>
              <a:ext cx="88" cy="87"/>
            </a:xfrm>
            <a:prstGeom prst="ellips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Line 21">
              <a:extLst>
                <a:ext uri="{FF2B5EF4-FFF2-40B4-BE49-F238E27FC236}">
                  <a16:creationId xmlns:a16="http://schemas.microsoft.com/office/drawing/2014/main" id="{1557CE63-4641-EB75-6829-5071E8DDC7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9" y="2261"/>
              <a:ext cx="114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Line 22">
              <a:extLst>
                <a:ext uri="{FF2B5EF4-FFF2-40B4-BE49-F238E27FC236}">
                  <a16:creationId xmlns:a16="http://schemas.microsoft.com/office/drawing/2014/main" id="{2C30E4ED-CBBE-C219-B8AD-E1149F121A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9" y="2063"/>
              <a:ext cx="114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7F415AB-2138-FC37-6A68-C456F0BE851C}"/>
              </a:ext>
            </a:extLst>
          </p:cNvPr>
          <p:cNvSpPr/>
          <p:nvPr/>
        </p:nvSpPr>
        <p:spPr>
          <a:xfrm>
            <a:off x="8775700" y="14605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7C64C2-A1DC-BCF0-86D0-DD5F11EA8881}"/>
              </a:ext>
            </a:extLst>
          </p:cNvPr>
          <p:cNvSpPr txBox="1"/>
          <p:nvPr/>
        </p:nvSpPr>
        <p:spPr>
          <a:xfrm>
            <a:off x="8775700" y="31623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OR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35" name="Group 25">
            <a:extLst>
              <a:ext uri="{FF2B5EF4-FFF2-40B4-BE49-F238E27FC236}">
                <a16:creationId xmlns:a16="http://schemas.microsoft.com/office/drawing/2014/main" id="{280C138A-9A08-2571-31EB-836449D5218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704388" y="2008188"/>
            <a:ext cx="746125" cy="631825"/>
            <a:chOff x="3605" y="1961"/>
            <a:chExt cx="470" cy="398"/>
          </a:xfrm>
        </p:grpSpPr>
        <p:sp>
          <p:nvSpPr>
            <p:cNvPr id="36" name="AutoShape 24">
              <a:extLst>
                <a:ext uri="{FF2B5EF4-FFF2-40B4-BE49-F238E27FC236}">
                  <a16:creationId xmlns:a16="http://schemas.microsoft.com/office/drawing/2014/main" id="{B241B26D-FF68-19E5-AD33-D370D978C98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05" y="1961"/>
              <a:ext cx="470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748F65FA-F20C-1820-BAAA-C4D05E41E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1958"/>
              <a:ext cx="421" cy="403"/>
            </a:xfrm>
            <a:custGeom>
              <a:avLst/>
              <a:gdLst>
                <a:gd name="T0" fmla="*/ 1355 w 1393"/>
                <a:gd name="T1" fmla="*/ 126 h 1326"/>
                <a:gd name="T2" fmla="*/ 1393 w 1393"/>
                <a:gd name="T3" fmla="*/ 1228 h 1326"/>
                <a:gd name="T4" fmla="*/ 0 w 1393"/>
                <a:gd name="T5" fmla="*/ 686 h 1326"/>
                <a:gd name="T6" fmla="*/ 1355 w 1393"/>
                <a:gd name="T7" fmla="*/ 126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3" h="1326">
                  <a:moveTo>
                    <a:pt x="1355" y="126"/>
                  </a:moveTo>
                  <a:cubicBezTo>
                    <a:pt x="1115" y="470"/>
                    <a:pt x="1129" y="896"/>
                    <a:pt x="1393" y="1228"/>
                  </a:cubicBezTo>
                  <a:cubicBezTo>
                    <a:pt x="833" y="1326"/>
                    <a:pt x="263" y="1104"/>
                    <a:pt x="0" y="686"/>
                  </a:cubicBezTo>
                  <a:cubicBezTo>
                    <a:pt x="210" y="242"/>
                    <a:pt x="796" y="0"/>
                    <a:pt x="1355" y="126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AB6164D4-0A9F-67A0-020E-9C76E30E0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1958"/>
              <a:ext cx="421" cy="403"/>
            </a:xfrm>
            <a:custGeom>
              <a:avLst/>
              <a:gdLst>
                <a:gd name="T0" fmla="*/ 410 w 421"/>
                <a:gd name="T1" fmla="*/ 39 h 403"/>
                <a:gd name="T2" fmla="*/ 421 w 421"/>
                <a:gd name="T3" fmla="*/ 373 h 403"/>
                <a:gd name="T4" fmla="*/ 0 w 421"/>
                <a:gd name="T5" fmla="*/ 209 h 403"/>
                <a:gd name="T6" fmla="*/ 410 w 421"/>
                <a:gd name="T7" fmla="*/ 39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1" h="403">
                  <a:moveTo>
                    <a:pt x="410" y="39"/>
                  </a:moveTo>
                  <a:cubicBezTo>
                    <a:pt x="337" y="143"/>
                    <a:pt x="341" y="272"/>
                    <a:pt x="421" y="373"/>
                  </a:cubicBezTo>
                  <a:cubicBezTo>
                    <a:pt x="252" y="403"/>
                    <a:pt x="79" y="335"/>
                    <a:pt x="0" y="209"/>
                  </a:cubicBezTo>
                  <a:cubicBezTo>
                    <a:pt x="63" y="74"/>
                    <a:pt x="241" y="0"/>
                    <a:pt x="410" y="39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39817C-C793-9D02-6504-FE94CD265725}"/>
              </a:ext>
            </a:extLst>
          </p:cNvPr>
          <p:cNvSpPr/>
          <p:nvPr/>
        </p:nvSpPr>
        <p:spPr>
          <a:xfrm>
            <a:off x="508000" y="36449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D572A0-91AD-B315-8740-FC519CB10BD3}"/>
              </a:ext>
            </a:extLst>
          </p:cNvPr>
          <p:cNvSpPr txBox="1"/>
          <p:nvPr/>
        </p:nvSpPr>
        <p:spPr>
          <a:xfrm>
            <a:off x="508000" y="53467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NOR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42" name="Group 30">
            <a:extLst>
              <a:ext uri="{FF2B5EF4-FFF2-40B4-BE49-F238E27FC236}">
                <a16:creationId xmlns:a16="http://schemas.microsoft.com/office/drawing/2014/main" id="{D420F1C1-344E-C23A-2E5F-FC8EDE1FDCF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60488" y="4192588"/>
            <a:ext cx="898525" cy="631825"/>
            <a:chOff x="3557" y="1961"/>
            <a:chExt cx="566" cy="398"/>
          </a:xfrm>
        </p:grpSpPr>
        <p:sp>
          <p:nvSpPr>
            <p:cNvPr id="43" name="AutoShape 29">
              <a:extLst>
                <a:ext uri="{FF2B5EF4-FFF2-40B4-BE49-F238E27FC236}">
                  <a16:creationId xmlns:a16="http://schemas.microsoft.com/office/drawing/2014/main" id="{E1FDC0FE-D56D-4D87-D2B2-50B680AB650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57" y="1961"/>
              <a:ext cx="566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31">
              <a:extLst>
                <a:ext uri="{FF2B5EF4-FFF2-40B4-BE49-F238E27FC236}">
                  <a16:creationId xmlns:a16="http://schemas.microsoft.com/office/drawing/2014/main" id="{5D58B527-9ECC-DCF4-0093-AF2AF8E39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8" y="1958"/>
              <a:ext cx="421" cy="403"/>
            </a:xfrm>
            <a:custGeom>
              <a:avLst/>
              <a:gdLst>
                <a:gd name="T0" fmla="*/ 1356 w 1393"/>
                <a:gd name="T1" fmla="*/ 126 h 1326"/>
                <a:gd name="T2" fmla="*/ 1393 w 1393"/>
                <a:gd name="T3" fmla="*/ 1228 h 1326"/>
                <a:gd name="T4" fmla="*/ 0 w 1393"/>
                <a:gd name="T5" fmla="*/ 686 h 1326"/>
                <a:gd name="T6" fmla="*/ 1356 w 1393"/>
                <a:gd name="T7" fmla="*/ 126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3" h="1326">
                  <a:moveTo>
                    <a:pt x="1356" y="126"/>
                  </a:moveTo>
                  <a:cubicBezTo>
                    <a:pt x="1115" y="470"/>
                    <a:pt x="1130" y="896"/>
                    <a:pt x="1393" y="1228"/>
                  </a:cubicBezTo>
                  <a:cubicBezTo>
                    <a:pt x="834" y="1326"/>
                    <a:pt x="264" y="1104"/>
                    <a:pt x="0" y="686"/>
                  </a:cubicBezTo>
                  <a:cubicBezTo>
                    <a:pt x="211" y="242"/>
                    <a:pt x="796" y="0"/>
                    <a:pt x="1356" y="126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Freeform 32">
              <a:extLst>
                <a:ext uri="{FF2B5EF4-FFF2-40B4-BE49-F238E27FC236}">
                  <a16:creationId xmlns:a16="http://schemas.microsoft.com/office/drawing/2014/main" id="{F543FBF8-9910-DFB9-7217-E10C7B6B2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8" y="1958"/>
              <a:ext cx="421" cy="403"/>
            </a:xfrm>
            <a:custGeom>
              <a:avLst/>
              <a:gdLst>
                <a:gd name="T0" fmla="*/ 410 w 421"/>
                <a:gd name="T1" fmla="*/ 39 h 403"/>
                <a:gd name="T2" fmla="*/ 421 w 421"/>
                <a:gd name="T3" fmla="*/ 373 h 403"/>
                <a:gd name="T4" fmla="*/ 0 w 421"/>
                <a:gd name="T5" fmla="*/ 209 h 403"/>
                <a:gd name="T6" fmla="*/ 410 w 421"/>
                <a:gd name="T7" fmla="*/ 39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1" h="403">
                  <a:moveTo>
                    <a:pt x="410" y="39"/>
                  </a:moveTo>
                  <a:cubicBezTo>
                    <a:pt x="337" y="143"/>
                    <a:pt x="341" y="272"/>
                    <a:pt x="421" y="373"/>
                  </a:cubicBezTo>
                  <a:cubicBezTo>
                    <a:pt x="252" y="403"/>
                    <a:pt x="80" y="335"/>
                    <a:pt x="0" y="209"/>
                  </a:cubicBezTo>
                  <a:cubicBezTo>
                    <a:pt x="64" y="74"/>
                    <a:pt x="240" y="0"/>
                    <a:pt x="410" y="39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Oval 33">
              <a:extLst>
                <a:ext uri="{FF2B5EF4-FFF2-40B4-BE49-F238E27FC236}">
                  <a16:creationId xmlns:a16="http://schemas.microsoft.com/office/drawing/2014/main" id="{DEFA8E8F-C5A1-0C42-0F1B-9BBE79E9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3" y="2119"/>
              <a:ext cx="87" cy="87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Oval 34">
              <a:extLst>
                <a:ext uri="{FF2B5EF4-FFF2-40B4-BE49-F238E27FC236}">
                  <a16:creationId xmlns:a16="http://schemas.microsoft.com/office/drawing/2014/main" id="{4CA89AAF-C76F-CBC7-0480-72C70042D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3" y="2119"/>
              <a:ext cx="87" cy="87"/>
            </a:xfrm>
            <a:prstGeom prst="ellipse">
              <a:avLst/>
            </a:pr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F6C7E26-2CAD-CFC5-1268-08DA72949204}"/>
              </a:ext>
            </a:extLst>
          </p:cNvPr>
          <p:cNvSpPr/>
          <p:nvPr/>
        </p:nvSpPr>
        <p:spPr>
          <a:xfrm>
            <a:off x="3263900" y="36449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213669-3942-E08C-4A8A-179C4748EC8A}"/>
              </a:ext>
            </a:extLst>
          </p:cNvPr>
          <p:cNvSpPr txBox="1"/>
          <p:nvPr/>
        </p:nvSpPr>
        <p:spPr>
          <a:xfrm>
            <a:off x="3263900" y="53467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XOR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51" name="Group 37">
            <a:extLst>
              <a:ext uri="{FF2B5EF4-FFF2-40B4-BE49-F238E27FC236}">
                <a16:creationId xmlns:a16="http://schemas.microsoft.com/office/drawing/2014/main" id="{66742139-B3FC-16D5-CDB3-F43C7CE44E4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43375" y="4192588"/>
            <a:ext cx="844550" cy="631825"/>
            <a:chOff x="3574" y="1961"/>
            <a:chExt cx="532" cy="398"/>
          </a:xfrm>
        </p:grpSpPr>
        <p:sp>
          <p:nvSpPr>
            <p:cNvPr id="52" name="AutoShape 36">
              <a:extLst>
                <a:ext uri="{FF2B5EF4-FFF2-40B4-BE49-F238E27FC236}">
                  <a16:creationId xmlns:a16="http://schemas.microsoft.com/office/drawing/2014/main" id="{ACB18EDC-FB6B-8476-5181-BA8B48E54D2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74" y="1961"/>
              <a:ext cx="532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" name="Freeform 38">
              <a:extLst>
                <a:ext uri="{FF2B5EF4-FFF2-40B4-BE49-F238E27FC236}">
                  <a16:creationId xmlns:a16="http://schemas.microsoft.com/office/drawing/2014/main" id="{7E9D089C-323D-3D8D-1C37-9F80E8F18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1958"/>
              <a:ext cx="421" cy="403"/>
            </a:xfrm>
            <a:custGeom>
              <a:avLst/>
              <a:gdLst>
                <a:gd name="T0" fmla="*/ 1355 w 1393"/>
                <a:gd name="T1" fmla="*/ 126 h 1326"/>
                <a:gd name="T2" fmla="*/ 1393 w 1393"/>
                <a:gd name="T3" fmla="*/ 1228 h 1326"/>
                <a:gd name="T4" fmla="*/ 0 w 1393"/>
                <a:gd name="T5" fmla="*/ 686 h 1326"/>
                <a:gd name="T6" fmla="*/ 1355 w 1393"/>
                <a:gd name="T7" fmla="*/ 126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3" h="1326">
                  <a:moveTo>
                    <a:pt x="1355" y="126"/>
                  </a:moveTo>
                  <a:cubicBezTo>
                    <a:pt x="1115" y="470"/>
                    <a:pt x="1129" y="896"/>
                    <a:pt x="1393" y="1228"/>
                  </a:cubicBezTo>
                  <a:cubicBezTo>
                    <a:pt x="833" y="1326"/>
                    <a:pt x="263" y="1104"/>
                    <a:pt x="0" y="686"/>
                  </a:cubicBezTo>
                  <a:cubicBezTo>
                    <a:pt x="210" y="242"/>
                    <a:pt x="796" y="0"/>
                    <a:pt x="1355" y="126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4" name="Freeform 39">
              <a:extLst>
                <a:ext uri="{FF2B5EF4-FFF2-40B4-BE49-F238E27FC236}">
                  <a16:creationId xmlns:a16="http://schemas.microsoft.com/office/drawing/2014/main" id="{3F067F19-4A85-E8C7-2758-0D7D4596E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1958"/>
              <a:ext cx="421" cy="403"/>
            </a:xfrm>
            <a:custGeom>
              <a:avLst/>
              <a:gdLst>
                <a:gd name="T0" fmla="*/ 409 w 421"/>
                <a:gd name="T1" fmla="*/ 39 h 403"/>
                <a:gd name="T2" fmla="*/ 421 w 421"/>
                <a:gd name="T3" fmla="*/ 373 h 403"/>
                <a:gd name="T4" fmla="*/ 0 w 421"/>
                <a:gd name="T5" fmla="*/ 209 h 403"/>
                <a:gd name="T6" fmla="*/ 409 w 421"/>
                <a:gd name="T7" fmla="*/ 39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1" h="403">
                  <a:moveTo>
                    <a:pt x="409" y="39"/>
                  </a:moveTo>
                  <a:cubicBezTo>
                    <a:pt x="337" y="143"/>
                    <a:pt x="341" y="272"/>
                    <a:pt x="421" y="373"/>
                  </a:cubicBezTo>
                  <a:cubicBezTo>
                    <a:pt x="251" y="403"/>
                    <a:pt x="79" y="335"/>
                    <a:pt x="0" y="209"/>
                  </a:cubicBezTo>
                  <a:cubicBezTo>
                    <a:pt x="63" y="74"/>
                    <a:pt x="240" y="0"/>
                    <a:pt x="409" y="39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" name="Freeform 40">
              <a:extLst>
                <a:ext uri="{FF2B5EF4-FFF2-40B4-BE49-F238E27FC236}">
                  <a16:creationId xmlns:a16="http://schemas.microsoft.com/office/drawing/2014/main" id="{51E65376-0500-2471-F9F2-97CBAFBF2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1993"/>
              <a:ext cx="90" cy="333"/>
            </a:xfrm>
            <a:custGeom>
              <a:avLst/>
              <a:gdLst>
                <a:gd name="T0" fmla="*/ 74 w 90"/>
                <a:gd name="T1" fmla="*/ 0 h 333"/>
                <a:gd name="T2" fmla="*/ 90 w 90"/>
                <a:gd name="T3" fmla="*/ 333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0" h="333">
                  <a:moveTo>
                    <a:pt x="74" y="0"/>
                  </a:moveTo>
                  <a:cubicBezTo>
                    <a:pt x="0" y="105"/>
                    <a:pt x="6" y="236"/>
                    <a:pt x="90" y="333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9927E79-93BB-805B-D7D7-DD9190D24E0E}"/>
              </a:ext>
            </a:extLst>
          </p:cNvPr>
          <p:cNvSpPr/>
          <p:nvPr/>
        </p:nvSpPr>
        <p:spPr>
          <a:xfrm>
            <a:off x="6019800" y="36449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CC8C34-D31C-3D25-7BED-C484D00BB100}"/>
              </a:ext>
            </a:extLst>
          </p:cNvPr>
          <p:cNvSpPr txBox="1"/>
          <p:nvPr/>
        </p:nvSpPr>
        <p:spPr>
          <a:xfrm>
            <a:off x="6019800" y="53467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D FF Small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59" name="Group 43">
            <a:extLst>
              <a:ext uri="{FF2B5EF4-FFF2-40B4-BE49-F238E27FC236}">
                <a16:creationId xmlns:a16="http://schemas.microsoft.com/office/drawing/2014/main" id="{B915C776-2D4C-A399-2136-4082D53AFB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48488" y="4097338"/>
            <a:ext cx="746125" cy="822325"/>
            <a:chOff x="3605" y="1901"/>
            <a:chExt cx="470" cy="518"/>
          </a:xfrm>
        </p:grpSpPr>
        <p:sp>
          <p:nvSpPr>
            <p:cNvPr id="60" name="AutoShape 42">
              <a:extLst>
                <a:ext uri="{FF2B5EF4-FFF2-40B4-BE49-F238E27FC236}">
                  <a16:creationId xmlns:a16="http://schemas.microsoft.com/office/drawing/2014/main" id="{B6C9ADBA-D051-5E05-E5FE-6E4E8BB8CCE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05" y="1901"/>
              <a:ext cx="470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4">
              <a:extLst>
                <a:ext uri="{FF2B5EF4-FFF2-40B4-BE49-F238E27FC236}">
                  <a16:creationId xmlns:a16="http://schemas.microsoft.com/office/drawing/2014/main" id="{CF7B48DC-6A74-B8AF-C599-662C41CDB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1930"/>
              <a:ext cx="390" cy="4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5">
              <a:extLst>
                <a:ext uri="{FF2B5EF4-FFF2-40B4-BE49-F238E27FC236}">
                  <a16:creationId xmlns:a16="http://schemas.microsoft.com/office/drawing/2014/main" id="{C6B9F67E-6647-578E-0093-0F2C74D2E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1930"/>
              <a:ext cx="390" cy="410"/>
            </a:xfrm>
            <a:prstGeom prst="rect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6">
              <a:extLst>
                <a:ext uri="{FF2B5EF4-FFF2-40B4-BE49-F238E27FC236}">
                  <a16:creationId xmlns:a16="http://schemas.microsoft.com/office/drawing/2014/main" id="{A22E6C96-219F-7C0C-996B-380485443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1952"/>
              <a:ext cx="16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000" b="1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D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Line 47">
              <a:extLst>
                <a:ext uri="{FF2B5EF4-FFF2-40B4-BE49-F238E27FC236}">
                  <a16:creationId xmlns:a16="http://schemas.microsoft.com/office/drawing/2014/main" id="{0B87DEA8-5630-4E25-4F20-2E28F4ADF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1" y="2225"/>
              <a:ext cx="96" cy="5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Line 48">
              <a:extLst>
                <a:ext uri="{FF2B5EF4-FFF2-40B4-BE49-F238E27FC236}">
                  <a16:creationId xmlns:a16="http://schemas.microsoft.com/office/drawing/2014/main" id="{88586B3C-DCBD-BB31-DBDC-82CAF8B9A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167"/>
              <a:ext cx="96" cy="5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9">
              <a:extLst>
                <a:ext uri="{FF2B5EF4-FFF2-40B4-BE49-F238E27FC236}">
                  <a16:creationId xmlns:a16="http://schemas.microsoft.com/office/drawing/2014/main" id="{7267B64E-CC83-0C35-7917-98F523B58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1" y="2152"/>
              <a:ext cx="16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000" b="1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R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50">
              <a:extLst>
                <a:ext uri="{FF2B5EF4-FFF2-40B4-BE49-F238E27FC236}">
                  <a16:creationId xmlns:a16="http://schemas.microsoft.com/office/drawing/2014/main" id="{414BB9E1-1753-C39C-A581-8A443EDC5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" y="1952"/>
              <a:ext cx="165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000" b="1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Q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C4397BB-AD2C-F612-567C-7F494E7ECB58}"/>
              </a:ext>
            </a:extLst>
          </p:cNvPr>
          <p:cNvSpPr/>
          <p:nvPr/>
        </p:nvSpPr>
        <p:spPr>
          <a:xfrm>
            <a:off x="8775700" y="36449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2E9FC25-87B3-66D8-CE6D-697856C86547}"/>
              </a:ext>
            </a:extLst>
          </p:cNvPr>
          <p:cNvSpPr txBox="1"/>
          <p:nvPr/>
        </p:nvSpPr>
        <p:spPr>
          <a:xfrm>
            <a:off x="8775700" y="53467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D FF Large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71" name="Group 53">
            <a:extLst>
              <a:ext uri="{FF2B5EF4-FFF2-40B4-BE49-F238E27FC236}">
                <a16:creationId xmlns:a16="http://schemas.microsoft.com/office/drawing/2014/main" id="{A29784F2-82CA-FF48-2BFF-00506CE22F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617075" y="4054475"/>
            <a:ext cx="920750" cy="908050"/>
            <a:chOff x="3550" y="1874"/>
            <a:chExt cx="580" cy="572"/>
          </a:xfrm>
        </p:grpSpPr>
        <p:sp>
          <p:nvSpPr>
            <p:cNvPr id="72" name="AutoShape 52">
              <a:extLst>
                <a:ext uri="{FF2B5EF4-FFF2-40B4-BE49-F238E27FC236}">
                  <a16:creationId xmlns:a16="http://schemas.microsoft.com/office/drawing/2014/main" id="{01C51056-4448-FF0F-4671-8633B0B78F9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50" y="1874"/>
              <a:ext cx="580" cy="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54">
              <a:extLst>
                <a:ext uri="{FF2B5EF4-FFF2-40B4-BE49-F238E27FC236}">
                  <a16:creationId xmlns:a16="http://schemas.microsoft.com/office/drawing/2014/main" id="{8BDBBDBA-D05F-D573-825D-CF0FAFD04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1923"/>
              <a:ext cx="472" cy="4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55">
              <a:extLst>
                <a:ext uri="{FF2B5EF4-FFF2-40B4-BE49-F238E27FC236}">
                  <a16:creationId xmlns:a16="http://schemas.microsoft.com/office/drawing/2014/main" id="{A3B75CEC-637D-2F72-16EA-8E4CA605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1923"/>
              <a:ext cx="472" cy="444"/>
            </a:xfrm>
            <a:prstGeom prst="rect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56">
              <a:extLst>
                <a:ext uri="{FF2B5EF4-FFF2-40B4-BE49-F238E27FC236}">
                  <a16:creationId xmlns:a16="http://schemas.microsoft.com/office/drawing/2014/main" id="{DA7A1BCD-CAEF-35D8-616A-FC44502E2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2176"/>
              <a:ext cx="159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000" b="1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R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6" name="Line 57">
              <a:extLst>
                <a:ext uri="{FF2B5EF4-FFF2-40B4-BE49-F238E27FC236}">
                  <a16:creationId xmlns:a16="http://schemas.microsoft.com/office/drawing/2014/main" id="{6EF602E0-B41E-E672-557D-7BBE70D9E7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9" y="2275"/>
              <a:ext cx="96" cy="5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Line 58">
              <a:extLst>
                <a:ext uri="{FF2B5EF4-FFF2-40B4-BE49-F238E27FC236}">
                  <a16:creationId xmlns:a16="http://schemas.microsoft.com/office/drawing/2014/main" id="{FF635E05-8285-02A1-15E8-5CBC506AE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9" y="2217"/>
              <a:ext cx="96" cy="5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59">
              <a:extLst>
                <a:ext uri="{FF2B5EF4-FFF2-40B4-BE49-F238E27FC236}">
                  <a16:creationId xmlns:a16="http://schemas.microsoft.com/office/drawing/2014/main" id="{8A5E8E52-71CC-92CE-9586-1B7D054A1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" y="2176"/>
              <a:ext cx="164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000" b="1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Q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" name="Rectangle 60">
              <a:extLst>
                <a:ext uri="{FF2B5EF4-FFF2-40B4-BE49-F238E27FC236}">
                  <a16:creationId xmlns:a16="http://schemas.microsoft.com/office/drawing/2014/main" id="{3F5C4EBF-E6E0-F198-08A3-9D3A59809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" y="1925"/>
              <a:ext cx="164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000" b="1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Q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" name="Rectangle 61">
              <a:extLst>
                <a:ext uri="{FF2B5EF4-FFF2-40B4-BE49-F238E27FC236}">
                  <a16:creationId xmlns:a16="http://schemas.microsoft.com/office/drawing/2014/main" id="{69171F67-A8E7-5C5C-000C-204510054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" y="1925"/>
              <a:ext cx="16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000" b="1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D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" name="Line 62">
              <a:extLst>
                <a:ext uri="{FF2B5EF4-FFF2-40B4-BE49-F238E27FC236}">
                  <a16:creationId xmlns:a16="http://schemas.microsoft.com/office/drawing/2014/main" id="{77854685-9DD6-6AC9-B3B8-C69AA7B04E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4" y="2184"/>
              <a:ext cx="76" cy="0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5951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12DF3F6-EE18-E049-10A7-ADA7446596B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695AF-A46F-5DA4-BDC9-0B33136E4143}"/>
              </a:ext>
            </a:extLst>
          </p:cNvPr>
          <p:cNvSpPr txBox="1"/>
          <p:nvPr/>
        </p:nvSpPr>
        <p:spPr>
          <a:xfrm>
            <a:off x="508000" y="228600"/>
            <a:ext cx="1117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b="1">
                <a:solidFill>
                  <a:srgbClr val="1A365D"/>
                </a:solidFill>
                <a:latin typeface="Segoe UI" panose="020B0502040204020203" pitchFamily="34" charset="0"/>
              </a:rPr>
              <a:t>Signal Sources &amp; Waveforms</a:t>
            </a:r>
            <a:endParaRPr lang="ko-KR" altLang="en-US" b="1">
              <a:solidFill>
                <a:srgbClr val="1A365D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FACB0-7B84-A115-ECD4-8B63864122D9}"/>
              </a:ext>
            </a:extLst>
          </p:cNvPr>
          <p:cNvSpPr txBox="1"/>
          <p:nvPr/>
        </p:nvSpPr>
        <p:spPr>
          <a:xfrm>
            <a:off x="508000" y="660400"/>
            <a:ext cx="11176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>
                <a:solidFill>
                  <a:srgbClr val="64748B"/>
                </a:solidFill>
                <a:latin typeface="Segoe UI" panose="020B0502040204020203" pitchFamily="34" charset="0"/>
              </a:rPr>
              <a:t>Clock, Sine Waves, Non-overlapping Clocks, Pulse &amp; Noise Sources</a:t>
            </a:r>
            <a:endParaRPr lang="ko-KR" altLang="en-US" sz="10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F42B8E-93B7-A6BC-9CB3-547DF942CA31}"/>
              </a:ext>
            </a:extLst>
          </p:cNvPr>
          <p:cNvSpPr/>
          <p:nvPr/>
        </p:nvSpPr>
        <p:spPr>
          <a:xfrm>
            <a:off x="508000" y="14605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DB2F0-AA43-0578-DEAE-D9EA3C66EE71}"/>
              </a:ext>
            </a:extLst>
          </p:cNvPr>
          <p:cNvSpPr txBox="1"/>
          <p:nvPr/>
        </p:nvSpPr>
        <p:spPr>
          <a:xfrm>
            <a:off x="508000" y="31623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Clock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648696B3-733A-3949-EDD6-1ECB7C302EF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11275" y="1958975"/>
            <a:ext cx="996950" cy="730250"/>
            <a:chOff x="3526" y="1930"/>
            <a:chExt cx="628" cy="460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445DBBA5-ABA2-60C2-A70C-71794082C4C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26" y="1930"/>
              <a:ext cx="628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DD0C8046-A575-9310-B862-E82C84FC56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7" y="1959"/>
              <a:ext cx="0" cy="402"/>
            </a:xfrm>
            <a:prstGeom prst="line">
              <a:avLst/>
            </a:pr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Line 6">
              <a:extLst>
                <a:ext uri="{FF2B5EF4-FFF2-40B4-BE49-F238E27FC236}">
                  <a16:creationId xmlns:a16="http://schemas.microsoft.com/office/drawing/2014/main" id="{ED59C0E5-F350-385A-6D24-744E85B6F2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2363"/>
              <a:ext cx="41" cy="0"/>
            </a:xfrm>
            <a:prstGeom prst="line">
              <a:avLst/>
            </a:pr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EC7EF2FC-AF34-1C24-D119-57449C876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4" y="1959"/>
              <a:ext cx="163" cy="0"/>
            </a:xfrm>
            <a:prstGeom prst="line">
              <a:avLst/>
            </a:pr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D7F54CA9-F5BD-A53F-1517-2EA25234E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0" y="2363"/>
              <a:ext cx="164" cy="0"/>
            </a:xfrm>
            <a:prstGeom prst="line">
              <a:avLst/>
            </a:pr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D3B8CD75-9F49-4B75-348F-E116B565F8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4" y="1959"/>
              <a:ext cx="0" cy="402"/>
            </a:xfrm>
            <a:prstGeom prst="line">
              <a:avLst/>
            </a:pr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8566D7EE-9D46-9782-ADDB-F4DE3CAA0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0" y="1961"/>
              <a:ext cx="0" cy="402"/>
            </a:xfrm>
            <a:prstGeom prst="line">
              <a:avLst/>
            </a:pr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B58FE887-2329-516F-4B0E-1858CD807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7" y="1961"/>
              <a:ext cx="163" cy="0"/>
            </a:xfrm>
            <a:prstGeom prst="line">
              <a:avLst/>
            </a:pr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3E84A2B5-28B6-78E0-E37D-FD09D3ED8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5" y="2363"/>
              <a:ext cx="42" cy="0"/>
            </a:xfrm>
            <a:prstGeom prst="line">
              <a:avLst/>
            </a:pr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52F8E5AD-AF29-3B3B-86B7-CA5DBE03C5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7" y="1961"/>
              <a:ext cx="0" cy="402"/>
            </a:xfrm>
            <a:prstGeom prst="line">
              <a:avLst/>
            </a:pr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A1E1758-68C7-2379-EAFC-A3E01B7F8885}"/>
              </a:ext>
            </a:extLst>
          </p:cNvPr>
          <p:cNvSpPr/>
          <p:nvPr/>
        </p:nvSpPr>
        <p:spPr>
          <a:xfrm>
            <a:off x="3263900" y="14605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EDA103-BDB6-6D3D-C94C-C599A7A9D233}"/>
              </a:ext>
            </a:extLst>
          </p:cNvPr>
          <p:cNvSpPr txBox="1"/>
          <p:nvPr/>
        </p:nvSpPr>
        <p:spPr>
          <a:xfrm>
            <a:off x="3263900" y="31623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Pure-Sine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22" name="Group 16">
            <a:extLst>
              <a:ext uri="{FF2B5EF4-FFF2-40B4-BE49-F238E27FC236}">
                <a16:creationId xmlns:a16="http://schemas.microsoft.com/office/drawing/2014/main" id="{61E95E75-3F1D-3166-0B1C-C284FD045F1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67175" y="1627188"/>
            <a:ext cx="996950" cy="1393825"/>
            <a:chOff x="3526" y="1721"/>
            <a:chExt cx="628" cy="878"/>
          </a:xfrm>
        </p:grpSpPr>
        <p:sp>
          <p:nvSpPr>
            <p:cNvPr id="23" name="AutoShape 15">
              <a:extLst>
                <a:ext uri="{FF2B5EF4-FFF2-40B4-BE49-F238E27FC236}">
                  <a16:creationId xmlns:a16="http://schemas.microsoft.com/office/drawing/2014/main" id="{9FCA8450-B199-447C-9C5D-3815A1773C1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26" y="1721"/>
              <a:ext cx="628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ABB8C465-B836-07EB-C8BA-57D3209C4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" y="1750"/>
              <a:ext cx="144" cy="411"/>
            </a:xfrm>
            <a:custGeom>
              <a:avLst/>
              <a:gdLst>
                <a:gd name="T0" fmla="*/ 0 w 144"/>
                <a:gd name="T1" fmla="*/ 411 h 411"/>
                <a:gd name="T2" fmla="*/ 32 w 144"/>
                <a:gd name="T3" fmla="*/ 278 h 411"/>
                <a:gd name="T4" fmla="*/ 56 w 144"/>
                <a:gd name="T5" fmla="*/ 173 h 411"/>
                <a:gd name="T6" fmla="*/ 70 w 144"/>
                <a:gd name="T7" fmla="*/ 126 h 411"/>
                <a:gd name="T8" fmla="*/ 84 w 144"/>
                <a:gd name="T9" fmla="*/ 86 h 411"/>
                <a:gd name="T10" fmla="*/ 102 w 144"/>
                <a:gd name="T11" fmla="*/ 47 h 411"/>
                <a:gd name="T12" fmla="*/ 116 w 144"/>
                <a:gd name="T13" fmla="*/ 20 h 411"/>
                <a:gd name="T14" fmla="*/ 130 w 144"/>
                <a:gd name="T15" fmla="*/ 7 h 411"/>
                <a:gd name="T16" fmla="*/ 140 w 144"/>
                <a:gd name="T17" fmla="*/ 0 h 411"/>
                <a:gd name="T18" fmla="*/ 144 w 144"/>
                <a:gd name="T19" fmla="*/ 0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4" h="411">
                  <a:moveTo>
                    <a:pt x="0" y="411"/>
                  </a:moveTo>
                  <a:lnTo>
                    <a:pt x="32" y="278"/>
                  </a:lnTo>
                  <a:lnTo>
                    <a:pt x="56" y="173"/>
                  </a:lnTo>
                  <a:lnTo>
                    <a:pt x="70" y="126"/>
                  </a:lnTo>
                  <a:lnTo>
                    <a:pt x="84" y="86"/>
                  </a:lnTo>
                  <a:lnTo>
                    <a:pt x="102" y="47"/>
                  </a:lnTo>
                  <a:lnTo>
                    <a:pt x="116" y="20"/>
                  </a:lnTo>
                  <a:lnTo>
                    <a:pt x="130" y="7"/>
                  </a:lnTo>
                  <a:lnTo>
                    <a:pt x="140" y="0"/>
                  </a:lnTo>
                  <a:lnTo>
                    <a:pt x="144" y="0"/>
                  </a:lnTo>
                </a:path>
              </a:pathLst>
            </a:cu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8B1EE82F-1E34-C7A2-F568-495D7684C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750"/>
              <a:ext cx="143" cy="411"/>
            </a:xfrm>
            <a:custGeom>
              <a:avLst/>
              <a:gdLst>
                <a:gd name="T0" fmla="*/ 143 w 143"/>
                <a:gd name="T1" fmla="*/ 411 h 411"/>
                <a:gd name="T2" fmla="*/ 112 w 143"/>
                <a:gd name="T3" fmla="*/ 278 h 411"/>
                <a:gd name="T4" fmla="*/ 87 w 143"/>
                <a:gd name="T5" fmla="*/ 173 h 411"/>
                <a:gd name="T6" fmla="*/ 73 w 143"/>
                <a:gd name="T7" fmla="*/ 126 h 411"/>
                <a:gd name="T8" fmla="*/ 59 w 143"/>
                <a:gd name="T9" fmla="*/ 86 h 411"/>
                <a:gd name="T10" fmla="*/ 42 w 143"/>
                <a:gd name="T11" fmla="*/ 47 h 411"/>
                <a:gd name="T12" fmla="*/ 28 w 143"/>
                <a:gd name="T13" fmla="*/ 20 h 411"/>
                <a:gd name="T14" fmla="*/ 14 w 143"/>
                <a:gd name="T15" fmla="*/ 7 h 411"/>
                <a:gd name="T16" fmla="*/ 3 w 143"/>
                <a:gd name="T17" fmla="*/ 0 h 411"/>
                <a:gd name="T18" fmla="*/ 0 w 143"/>
                <a:gd name="T19" fmla="*/ 0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11">
                  <a:moveTo>
                    <a:pt x="143" y="411"/>
                  </a:moveTo>
                  <a:lnTo>
                    <a:pt x="112" y="278"/>
                  </a:lnTo>
                  <a:lnTo>
                    <a:pt x="87" y="173"/>
                  </a:lnTo>
                  <a:lnTo>
                    <a:pt x="73" y="126"/>
                  </a:lnTo>
                  <a:lnTo>
                    <a:pt x="59" y="86"/>
                  </a:lnTo>
                  <a:lnTo>
                    <a:pt x="42" y="47"/>
                  </a:lnTo>
                  <a:lnTo>
                    <a:pt x="28" y="20"/>
                  </a:lnTo>
                  <a:lnTo>
                    <a:pt x="14" y="7"/>
                  </a:lnTo>
                  <a:lnTo>
                    <a:pt x="3" y="0"/>
                  </a:lnTo>
                  <a:lnTo>
                    <a:pt x="0" y="0"/>
                  </a:lnTo>
                </a:path>
              </a:pathLst>
            </a:cu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0BF06A7B-51CB-333A-EED8-50142B881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2161"/>
              <a:ext cx="143" cy="410"/>
            </a:xfrm>
            <a:custGeom>
              <a:avLst/>
              <a:gdLst>
                <a:gd name="T0" fmla="*/ 0 w 143"/>
                <a:gd name="T1" fmla="*/ 0 h 410"/>
                <a:gd name="T2" fmla="*/ 31 w 143"/>
                <a:gd name="T3" fmla="*/ 132 h 410"/>
                <a:gd name="T4" fmla="*/ 56 w 143"/>
                <a:gd name="T5" fmla="*/ 238 h 410"/>
                <a:gd name="T6" fmla="*/ 70 w 143"/>
                <a:gd name="T7" fmla="*/ 284 h 410"/>
                <a:gd name="T8" fmla="*/ 84 w 143"/>
                <a:gd name="T9" fmla="*/ 324 h 410"/>
                <a:gd name="T10" fmla="*/ 101 w 143"/>
                <a:gd name="T11" fmla="*/ 364 h 410"/>
                <a:gd name="T12" fmla="*/ 115 w 143"/>
                <a:gd name="T13" fmla="*/ 390 h 410"/>
                <a:gd name="T14" fmla="*/ 129 w 143"/>
                <a:gd name="T15" fmla="*/ 403 h 410"/>
                <a:gd name="T16" fmla="*/ 140 w 143"/>
                <a:gd name="T17" fmla="*/ 410 h 410"/>
                <a:gd name="T18" fmla="*/ 143 w 143"/>
                <a:gd name="T19" fmla="*/ 41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10">
                  <a:moveTo>
                    <a:pt x="0" y="0"/>
                  </a:moveTo>
                  <a:lnTo>
                    <a:pt x="31" y="132"/>
                  </a:lnTo>
                  <a:lnTo>
                    <a:pt x="56" y="238"/>
                  </a:lnTo>
                  <a:lnTo>
                    <a:pt x="70" y="284"/>
                  </a:lnTo>
                  <a:lnTo>
                    <a:pt x="84" y="324"/>
                  </a:lnTo>
                  <a:lnTo>
                    <a:pt x="101" y="364"/>
                  </a:lnTo>
                  <a:lnTo>
                    <a:pt x="115" y="390"/>
                  </a:lnTo>
                  <a:lnTo>
                    <a:pt x="129" y="403"/>
                  </a:lnTo>
                  <a:lnTo>
                    <a:pt x="140" y="410"/>
                  </a:lnTo>
                  <a:lnTo>
                    <a:pt x="143" y="410"/>
                  </a:lnTo>
                </a:path>
              </a:pathLst>
            </a:cu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AD0488F9-6EF4-D4D3-D2AB-DBB462BEB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2161"/>
              <a:ext cx="143" cy="410"/>
            </a:xfrm>
            <a:custGeom>
              <a:avLst/>
              <a:gdLst>
                <a:gd name="T0" fmla="*/ 143 w 143"/>
                <a:gd name="T1" fmla="*/ 0 h 410"/>
                <a:gd name="T2" fmla="*/ 112 w 143"/>
                <a:gd name="T3" fmla="*/ 132 h 410"/>
                <a:gd name="T4" fmla="*/ 87 w 143"/>
                <a:gd name="T5" fmla="*/ 238 h 410"/>
                <a:gd name="T6" fmla="*/ 74 w 143"/>
                <a:gd name="T7" fmla="*/ 284 h 410"/>
                <a:gd name="T8" fmla="*/ 60 w 143"/>
                <a:gd name="T9" fmla="*/ 324 h 410"/>
                <a:gd name="T10" fmla="*/ 42 w 143"/>
                <a:gd name="T11" fmla="*/ 364 h 410"/>
                <a:gd name="T12" fmla="*/ 28 w 143"/>
                <a:gd name="T13" fmla="*/ 390 h 410"/>
                <a:gd name="T14" fmla="*/ 14 w 143"/>
                <a:gd name="T15" fmla="*/ 403 h 410"/>
                <a:gd name="T16" fmla="*/ 4 w 143"/>
                <a:gd name="T17" fmla="*/ 410 h 410"/>
                <a:gd name="T18" fmla="*/ 0 w 143"/>
                <a:gd name="T19" fmla="*/ 41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10">
                  <a:moveTo>
                    <a:pt x="143" y="0"/>
                  </a:moveTo>
                  <a:lnTo>
                    <a:pt x="112" y="132"/>
                  </a:lnTo>
                  <a:lnTo>
                    <a:pt x="87" y="238"/>
                  </a:lnTo>
                  <a:lnTo>
                    <a:pt x="74" y="284"/>
                  </a:lnTo>
                  <a:lnTo>
                    <a:pt x="60" y="324"/>
                  </a:lnTo>
                  <a:lnTo>
                    <a:pt x="42" y="364"/>
                  </a:lnTo>
                  <a:lnTo>
                    <a:pt x="28" y="390"/>
                  </a:lnTo>
                  <a:lnTo>
                    <a:pt x="14" y="403"/>
                  </a:lnTo>
                  <a:lnTo>
                    <a:pt x="4" y="410"/>
                  </a:lnTo>
                  <a:lnTo>
                    <a:pt x="0" y="410"/>
                  </a:lnTo>
                </a:path>
              </a:pathLst>
            </a:custGeom>
            <a:noFill/>
            <a:ln w="635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59BC1AA-13EB-2BDD-DA53-D1CD20B7E251}"/>
              </a:ext>
            </a:extLst>
          </p:cNvPr>
          <p:cNvSpPr/>
          <p:nvPr/>
        </p:nvSpPr>
        <p:spPr>
          <a:xfrm>
            <a:off x="6019800" y="14605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0D0BC3-59D7-7D70-663C-57B0B5C809F7}"/>
              </a:ext>
            </a:extLst>
          </p:cNvPr>
          <p:cNvSpPr txBox="1"/>
          <p:nvPr/>
        </p:nvSpPr>
        <p:spPr>
          <a:xfrm>
            <a:off x="6019800" y="31623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Pseudo-Sine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31" name="Group 23">
            <a:extLst>
              <a:ext uri="{FF2B5EF4-FFF2-40B4-BE49-F238E27FC236}">
                <a16:creationId xmlns:a16="http://schemas.microsoft.com/office/drawing/2014/main" id="{05DEE922-D196-78B6-AEA4-E65A8852BB8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29425" y="1635125"/>
            <a:ext cx="984250" cy="1377950"/>
            <a:chOff x="3530" y="1726"/>
            <a:chExt cx="620" cy="868"/>
          </a:xfrm>
        </p:grpSpPr>
        <p:sp>
          <p:nvSpPr>
            <p:cNvPr id="32" name="AutoShape 22">
              <a:extLst>
                <a:ext uri="{FF2B5EF4-FFF2-40B4-BE49-F238E27FC236}">
                  <a16:creationId xmlns:a16="http://schemas.microsoft.com/office/drawing/2014/main" id="{76558541-9C1E-1B13-4E88-2CDBC89609A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30" y="1726"/>
              <a:ext cx="620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Line 24">
              <a:extLst>
                <a:ext uri="{FF2B5EF4-FFF2-40B4-BE49-F238E27FC236}">
                  <a16:creationId xmlns:a16="http://schemas.microsoft.com/office/drawing/2014/main" id="{C4FDA6A7-6BEF-9C88-3678-0324BA3B65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6" y="2161"/>
              <a:ext cx="1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Line 25">
              <a:extLst>
                <a:ext uri="{FF2B5EF4-FFF2-40B4-BE49-F238E27FC236}">
                  <a16:creationId xmlns:a16="http://schemas.microsoft.com/office/drawing/2014/main" id="{92F22A93-06A9-03F4-0AF9-B17DD592AE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" y="2058"/>
              <a:ext cx="2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5E64AA31-603A-E3BC-53EB-23AF31BF7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" y="1950"/>
              <a:ext cx="2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2E559759-0391-1BFC-9B27-1A3691515E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7" y="1869"/>
              <a:ext cx="2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Line 28">
              <a:extLst>
                <a:ext uri="{FF2B5EF4-FFF2-40B4-BE49-F238E27FC236}">
                  <a16:creationId xmlns:a16="http://schemas.microsoft.com/office/drawing/2014/main" id="{936A9C60-52F2-FBF9-5252-78EB6E3F2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2" y="1807"/>
              <a:ext cx="19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Line 29">
              <a:extLst>
                <a:ext uri="{FF2B5EF4-FFF2-40B4-BE49-F238E27FC236}">
                  <a16:creationId xmlns:a16="http://schemas.microsoft.com/office/drawing/2014/main" id="{D7A87413-2795-838A-5D6D-5F8BB61B4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" y="1770"/>
              <a:ext cx="2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Line 30">
              <a:extLst>
                <a:ext uri="{FF2B5EF4-FFF2-40B4-BE49-F238E27FC236}">
                  <a16:creationId xmlns:a16="http://schemas.microsoft.com/office/drawing/2014/main" id="{B2265D39-1A68-8D60-124A-6B3F67399D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6" y="1751"/>
              <a:ext cx="1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Line 31">
              <a:extLst>
                <a:ext uri="{FF2B5EF4-FFF2-40B4-BE49-F238E27FC236}">
                  <a16:creationId xmlns:a16="http://schemas.microsoft.com/office/drawing/2014/main" id="{C0973E8F-7793-00B5-174E-997A35663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2059"/>
              <a:ext cx="0" cy="10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1" name="Line 32">
              <a:extLst>
                <a:ext uri="{FF2B5EF4-FFF2-40B4-BE49-F238E27FC236}">
                  <a16:creationId xmlns:a16="http://schemas.microsoft.com/office/drawing/2014/main" id="{F3AED8EB-D070-4FBE-1861-9CF957A85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" y="1950"/>
              <a:ext cx="0" cy="10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2" name="Line 33">
              <a:extLst>
                <a:ext uri="{FF2B5EF4-FFF2-40B4-BE49-F238E27FC236}">
                  <a16:creationId xmlns:a16="http://schemas.microsoft.com/office/drawing/2014/main" id="{164785C0-75F9-4D0C-4BD2-4015D1858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1869"/>
              <a:ext cx="0" cy="8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Line 34">
              <a:extLst>
                <a:ext uri="{FF2B5EF4-FFF2-40B4-BE49-F238E27FC236}">
                  <a16:creationId xmlns:a16="http://schemas.microsoft.com/office/drawing/2014/main" id="{46849395-6F46-FFD3-D00F-D8090F233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809"/>
              <a:ext cx="0" cy="6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Line 35">
              <a:extLst>
                <a:ext uri="{FF2B5EF4-FFF2-40B4-BE49-F238E27FC236}">
                  <a16:creationId xmlns:a16="http://schemas.microsoft.com/office/drawing/2014/main" id="{BA2E6746-F894-BAA3-0015-21B4AD809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2" y="1770"/>
              <a:ext cx="0" cy="37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Line 36">
              <a:extLst>
                <a:ext uri="{FF2B5EF4-FFF2-40B4-BE49-F238E27FC236}">
                  <a16:creationId xmlns:a16="http://schemas.microsoft.com/office/drawing/2014/main" id="{EB261566-52ED-7522-E9F4-D6420FAB2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6" y="1752"/>
              <a:ext cx="0" cy="1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Line 37">
              <a:extLst>
                <a:ext uri="{FF2B5EF4-FFF2-40B4-BE49-F238E27FC236}">
                  <a16:creationId xmlns:a16="http://schemas.microsoft.com/office/drawing/2014/main" id="{2DF498BA-3609-AF24-90AA-4F4EEA2C4E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0" y="2162"/>
              <a:ext cx="1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Line 38">
              <a:extLst>
                <a:ext uri="{FF2B5EF4-FFF2-40B4-BE49-F238E27FC236}">
                  <a16:creationId xmlns:a16="http://schemas.microsoft.com/office/drawing/2014/main" id="{39DF24C8-2CA8-47F9-CF85-459442B487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7" y="2059"/>
              <a:ext cx="21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Line 39">
              <a:extLst>
                <a:ext uri="{FF2B5EF4-FFF2-40B4-BE49-F238E27FC236}">
                  <a16:creationId xmlns:a16="http://schemas.microsoft.com/office/drawing/2014/main" id="{47B3E4D8-436C-9E30-C423-E1ECDC57B6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3" y="1950"/>
              <a:ext cx="2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Line 40">
              <a:extLst>
                <a:ext uri="{FF2B5EF4-FFF2-40B4-BE49-F238E27FC236}">
                  <a16:creationId xmlns:a16="http://schemas.microsoft.com/office/drawing/2014/main" id="{24D6407A-B2BA-0263-ED32-0A023AF0D9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8" y="1870"/>
              <a:ext cx="2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Line 41">
              <a:extLst>
                <a:ext uri="{FF2B5EF4-FFF2-40B4-BE49-F238E27FC236}">
                  <a16:creationId xmlns:a16="http://schemas.microsoft.com/office/drawing/2014/main" id="{69C7A013-423C-DA42-D31A-8D765AD384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7" y="1808"/>
              <a:ext cx="19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" name="Line 42">
              <a:extLst>
                <a:ext uri="{FF2B5EF4-FFF2-40B4-BE49-F238E27FC236}">
                  <a16:creationId xmlns:a16="http://schemas.microsoft.com/office/drawing/2014/main" id="{F9768E2F-C65F-6DF5-6391-C0045FEF3E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4" y="1770"/>
              <a:ext cx="21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2" name="Line 43">
              <a:extLst>
                <a:ext uri="{FF2B5EF4-FFF2-40B4-BE49-F238E27FC236}">
                  <a16:creationId xmlns:a16="http://schemas.microsoft.com/office/drawing/2014/main" id="{22542CD1-93A9-6AC0-489A-6B8BC74446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9" y="1752"/>
              <a:ext cx="1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" name="Line 44">
              <a:extLst>
                <a:ext uri="{FF2B5EF4-FFF2-40B4-BE49-F238E27FC236}">
                  <a16:creationId xmlns:a16="http://schemas.microsoft.com/office/drawing/2014/main" id="{92262DBE-CAC4-2F8A-3129-AA1478C2E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" y="2059"/>
              <a:ext cx="0" cy="10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4" name="Line 45">
              <a:extLst>
                <a:ext uri="{FF2B5EF4-FFF2-40B4-BE49-F238E27FC236}">
                  <a16:creationId xmlns:a16="http://schemas.microsoft.com/office/drawing/2014/main" id="{C6D46845-58ED-1CE7-69E1-7180CD28A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5" y="1950"/>
              <a:ext cx="0" cy="10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" name="Line 46">
              <a:extLst>
                <a:ext uri="{FF2B5EF4-FFF2-40B4-BE49-F238E27FC236}">
                  <a16:creationId xmlns:a16="http://schemas.microsoft.com/office/drawing/2014/main" id="{C7D6A4E5-5090-4495-6C9D-7AED3E4DF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2" y="1870"/>
              <a:ext cx="0" cy="8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" name="Line 47">
              <a:extLst>
                <a:ext uri="{FF2B5EF4-FFF2-40B4-BE49-F238E27FC236}">
                  <a16:creationId xmlns:a16="http://schemas.microsoft.com/office/drawing/2014/main" id="{BB331C6A-C64E-9D73-E501-E0A856224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8" y="1809"/>
              <a:ext cx="0" cy="6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" name="Line 48">
              <a:extLst>
                <a:ext uri="{FF2B5EF4-FFF2-40B4-BE49-F238E27FC236}">
                  <a16:creationId xmlns:a16="http://schemas.microsoft.com/office/drawing/2014/main" id="{66231EDC-270B-60FD-8066-6C8F5C75A7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1770"/>
              <a:ext cx="0" cy="3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Line 49">
              <a:extLst>
                <a:ext uri="{FF2B5EF4-FFF2-40B4-BE49-F238E27FC236}">
                  <a16:creationId xmlns:a16="http://schemas.microsoft.com/office/drawing/2014/main" id="{01DC7CF9-A929-05E7-2877-9FAE560BA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1752"/>
              <a:ext cx="0" cy="1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Line 50">
              <a:extLst>
                <a:ext uri="{FF2B5EF4-FFF2-40B4-BE49-F238E27FC236}">
                  <a16:creationId xmlns:a16="http://schemas.microsoft.com/office/drawing/2014/main" id="{34FF033C-FD26-64F1-4A45-452E818CB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162"/>
              <a:ext cx="1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Line 51">
              <a:extLst>
                <a:ext uri="{FF2B5EF4-FFF2-40B4-BE49-F238E27FC236}">
                  <a16:creationId xmlns:a16="http://schemas.microsoft.com/office/drawing/2014/main" id="{9E823C31-F9A4-D082-E4CF-718A3363D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" y="2265"/>
              <a:ext cx="2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Line 52">
              <a:extLst>
                <a:ext uri="{FF2B5EF4-FFF2-40B4-BE49-F238E27FC236}">
                  <a16:creationId xmlns:a16="http://schemas.microsoft.com/office/drawing/2014/main" id="{137AD4F7-DEC1-EECE-76C4-EE28E9DDF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0" y="2373"/>
              <a:ext cx="2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Line 53">
              <a:extLst>
                <a:ext uri="{FF2B5EF4-FFF2-40B4-BE49-F238E27FC236}">
                  <a16:creationId xmlns:a16="http://schemas.microsoft.com/office/drawing/2014/main" id="{F3399C38-8B56-65DC-3C4D-B6A9F0379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4" y="2454"/>
              <a:ext cx="24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Line 54">
              <a:extLst>
                <a:ext uri="{FF2B5EF4-FFF2-40B4-BE49-F238E27FC236}">
                  <a16:creationId xmlns:a16="http://schemas.microsoft.com/office/drawing/2014/main" id="{91D3712F-0E97-96BF-838A-D31619EB1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9" y="2515"/>
              <a:ext cx="19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Line 55">
              <a:extLst>
                <a:ext uri="{FF2B5EF4-FFF2-40B4-BE49-F238E27FC236}">
                  <a16:creationId xmlns:a16="http://schemas.microsoft.com/office/drawing/2014/main" id="{85936365-98A4-58D2-8366-B746FBF20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0" y="2553"/>
              <a:ext cx="2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Line 56">
              <a:extLst>
                <a:ext uri="{FF2B5EF4-FFF2-40B4-BE49-F238E27FC236}">
                  <a16:creationId xmlns:a16="http://schemas.microsoft.com/office/drawing/2014/main" id="{239CA9C8-C8C3-7BA7-F11B-A30CBE4BF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3" y="2572"/>
              <a:ext cx="1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Line 57">
              <a:extLst>
                <a:ext uri="{FF2B5EF4-FFF2-40B4-BE49-F238E27FC236}">
                  <a16:creationId xmlns:a16="http://schemas.microsoft.com/office/drawing/2014/main" id="{0C153C02-9B65-3A09-A302-23BB840320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7" y="2164"/>
              <a:ext cx="0" cy="10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Line 58">
              <a:extLst>
                <a:ext uri="{FF2B5EF4-FFF2-40B4-BE49-F238E27FC236}">
                  <a16:creationId xmlns:a16="http://schemas.microsoft.com/office/drawing/2014/main" id="{87E62D87-CA80-D59B-5D68-1A2864334D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0" y="2265"/>
              <a:ext cx="0" cy="10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Line 59">
              <a:extLst>
                <a:ext uri="{FF2B5EF4-FFF2-40B4-BE49-F238E27FC236}">
                  <a16:creationId xmlns:a16="http://schemas.microsoft.com/office/drawing/2014/main" id="{87F3320F-F8FD-3996-EE8D-246FDA0C81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3" y="2373"/>
              <a:ext cx="0" cy="8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Line 60">
              <a:extLst>
                <a:ext uri="{FF2B5EF4-FFF2-40B4-BE49-F238E27FC236}">
                  <a16:creationId xmlns:a16="http://schemas.microsoft.com/office/drawing/2014/main" id="{6220EEEB-F67A-FC26-0AA3-23A56445A9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8" y="2454"/>
              <a:ext cx="0" cy="6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Line 61">
              <a:extLst>
                <a:ext uri="{FF2B5EF4-FFF2-40B4-BE49-F238E27FC236}">
                  <a16:creationId xmlns:a16="http://schemas.microsoft.com/office/drawing/2014/main" id="{7BE4127E-D916-DD9D-BD81-4C2FD00173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9" y="2515"/>
              <a:ext cx="0" cy="3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Line 62">
              <a:extLst>
                <a:ext uri="{FF2B5EF4-FFF2-40B4-BE49-F238E27FC236}">
                  <a16:creationId xmlns:a16="http://schemas.microsoft.com/office/drawing/2014/main" id="{B9F8935D-9D28-65B0-0782-16115F23DC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3" y="2553"/>
              <a:ext cx="0" cy="1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Line 63">
              <a:extLst>
                <a:ext uri="{FF2B5EF4-FFF2-40B4-BE49-F238E27FC236}">
                  <a16:creationId xmlns:a16="http://schemas.microsoft.com/office/drawing/2014/main" id="{92F19D35-C88F-B1F9-B98E-F25068BF09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7" y="2162"/>
              <a:ext cx="1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Line 64">
              <a:extLst>
                <a:ext uri="{FF2B5EF4-FFF2-40B4-BE49-F238E27FC236}">
                  <a16:creationId xmlns:a16="http://schemas.microsoft.com/office/drawing/2014/main" id="{3F8EDFE4-F124-D6F4-E0DC-9060AD2E8F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4" y="2265"/>
              <a:ext cx="2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Line 65">
              <a:extLst>
                <a:ext uri="{FF2B5EF4-FFF2-40B4-BE49-F238E27FC236}">
                  <a16:creationId xmlns:a16="http://schemas.microsoft.com/office/drawing/2014/main" id="{8852CB61-DFA2-57D0-4AFA-6235992CF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0" y="2373"/>
              <a:ext cx="2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Line 66">
              <a:extLst>
                <a:ext uri="{FF2B5EF4-FFF2-40B4-BE49-F238E27FC236}">
                  <a16:creationId xmlns:a16="http://schemas.microsoft.com/office/drawing/2014/main" id="{94AA0E8B-3013-6233-8F11-3692369B03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5" y="2454"/>
              <a:ext cx="2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Line 67">
              <a:extLst>
                <a:ext uri="{FF2B5EF4-FFF2-40B4-BE49-F238E27FC236}">
                  <a16:creationId xmlns:a16="http://schemas.microsoft.com/office/drawing/2014/main" id="{6F826421-659F-352E-51D5-EBD946DF85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4" y="2515"/>
              <a:ext cx="19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Line 68">
              <a:extLst>
                <a:ext uri="{FF2B5EF4-FFF2-40B4-BE49-F238E27FC236}">
                  <a16:creationId xmlns:a16="http://schemas.microsoft.com/office/drawing/2014/main" id="{AF03C371-9370-C033-0EF2-43E3221B44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1" y="2553"/>
              <a:ext cx="22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Line 69">
              <a:extLst>
                <a:ext uri="{FF2B5EF4-FFF2-40B4-BE49-F238E27FC236}">
                  <a16:creationId xmlns:a16="http://schemas.microsoft.com/office/drawing/2014/main" id="{79AC126C-7567-3B3A-DC55-14C184BC62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6" y="2572"/>
              <a:ext cx="13" cy="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Line 70">
              <a:extLst>
                <a:ext uri="{FF2B5EF4-FFF2-40B4-BE49-F238E27FC236}">
                  <a16:creationId xmlns:a16="http://schemas.microsoft.com/office/drawing/2014/main" id="{4367797C-E7D4-7E5A-A8ED-529159290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6" y="2164"/>
              <a:ext cx="0" cy="10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Line 71">
              <a:extLst>
                <a:ext uri="{FF2B5EF4-FFF2-40B4-BE49-F238E27FC236}">
                  <a16:creationId xmlns:a16="http://schemas.microsoft.com/office/drawing/2014/main" id="{AAE0F190-825A-DBC7-962A-43B078F7C2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3" y="2265"/>
              <a:ext cx="0" cy="10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Line 72">
              <a:extLst>
                <a:ext uri="{FF2B5EF4-FFF2-40B4-BE49-F238E27FC236}">
                  <a16:creationId xmlns:a16="http://schemas.microsoft.com/office/drawing/2014/main" id="{7B463BE1-738D-FD8A-3FCC-24EB130C4A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9" y="2373"/>
              <a:ext cx="0" cy="8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Line 73">
              <a:extLst>
                <a:ext uri="{FF2B5EF4-FFF2-40B4-BE49-F238E27FC236}">
                  <a16:creationId xmlns:a16="http://schemas.microsoft.com/office/drawing/2014/main" id="{C8CC6B5B-E86E-DD53-6C98-BD2F016135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5" y="2454"/>
              <a:ext cx="0" cy="6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Line 74">
              <a:extLst>
                <a:ext uri="{FF2B5EF4-FFF2-40B4-BE49-F238E27FC236}">
                  <a16:creationId xmlns:a16="http://schemas.microsoft.com/office/drawing/2014/main" id="{270A3F84-BFED-207B-A872-9789803D7C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3" y="2515"/>
              <a:ext cx="0" cy="3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Line 75">
              <a:extLst>
                <a:ext uri="{FF2B5EF4-FFF2-40B4-BE49-F238E27FC236}">
                  <a16:creationId xmlns:a16="http://schemas.microsoft.com/office/drawing/2014/main" id="{40CF753C-6700-007E-D558-4ADE6F58C9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0" y="2553"/>
              <a:ext cx="0" cy="18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A7C5B43-F403-5F94-F3DA-F75CAC1367D6}"/>
              </a:ext>
            </a:extLst>
          </p:cNvPr>
          <p:cNvSpPr/>
          <p:nvPr/>
        </p:nvSpPr>
        <p:spPr>
          <a:xfrm>
            <a:off x="8775700" y="14605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4880918-C6CA-3B65-475C-B90B82CC976B}"/>
              </a:ext>
            </a:extLst>
          </p:cNvPr>
          <p:cNvSpPr txBox="1"/>
          <p:nvPr/>
        </p:nvSpPr>
        <p:spPr>
          <a:xfrm>
            <a:off x="8775700" y="31623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Light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88" name="Group 78">
            <a:extLst>
              <a:ext uri="{FF2B5EF4-FFF2-40B4-BE49-F238E27FC236}">
                <a16:creationId xmlns:a16="http://schemas.microsoft.com/office/drawing/2014/main" id="{41ED1255-89A3-BFC1-30EA-D8D31842C7D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913938" y="2201863"/>
            <a:ext cx="327025" cy="244475"/>
            <a:chOff x="3737" y="2083"/>
            <a:chExt cx="206" cy="154"/>
          </a:xfrm>
        </p:grpSpPr>
        <p:sp>
          <p:nvSpPr>
            <p:cNvPr id="89" name="AutoShape 77">
              <a:extLst>
                <a:ext uri="{FF2B5EF4-FFF2-40B4-BE49-F238E27FC236}">
                  <a16:creationId xmlns:a16="http://schemas.microsoft.com/office/drawing/2014/main" id="{B7E74FAA-BA11-841F-A0E9-6C42CC73C24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37" y="2083"/>
              <a:ext cx="20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Line 79">
              <a:extLst>
                <a:ext uri="{FF2B5EF4-FFF2-40B4-BE49-F238E27FC236}">
                  <a16:creationId xmlns:a16="http://schemas.microsoft.com/office/drawing/2014/main" id="{3889646A-023F-7C55-A39C-43D918C122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" y="2170"/>
              <a:ext cx="46" cy="49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Freeform 80">
              <a:extLst>
                <a:ext uri="{FF2B5EF4-FFF2-40B4-BE49-F238E27FC236}">
                  <a16:creationId xmlns:a16="http://schemas.microsoft.com/office/drawing/2014/main" id="{A9A624A2-0E73-4806-F0D4-84F471E45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2092"/>
              <a:ext cx="110" cy="113"/>
            </a:xfrm>
            <a:custGeom>
              <a:avLst/>
              <a:gdLst>
                <a:gd name="T0" fmla="*/ 56 w 110"/>
                <a:gd name="T1" fmla="*/ 113 h 113"/>
                <a:gd name="T2" fmla="*/ 110 w 110"/>
                <a:gd name="T3" fmla="*/ 0 h 113"/>
                <a:gd name="T4" fmla="*/ 0 w 110"/>
                <a:gd name="T5" fmla="*/ 58 h 113"/>
                <a:gd name="T6" fmla="*/ 56 w 110"/>
                <a:gd name="T7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" h="113">
                  <a:moveTo>
                    <a:pt x="56" y="113"/>
                  </a:moveTo>
                  <a:lnTo>
                    <a:pt x="110" y="0"/>
                  </a:lnTo>
                  <a:lnTo>
                    <a:pt x="0" y="58"/>
                  </a:lnTo>
                  <a:lnTo>
                    <a:pt x="56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Line 81">
              <a:extLst>
                <a:ext uri="{FF2B5EF4-FFF2-40B4-BE49-F238E27FC236}">
                  <a16:creationId xmlns:a16="http://schemas.microsoft.com/office/drawing/2014/main" id="{9B4BE4B1-1840-57FF-EEA2-5349FC889B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86" y="2188"/>
              <a:ext cx="30" cy="31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3" name="Line 82">
              <a:extLst>
                <a:ext uri="{FF2B5EF4-FFF2-40B4-BE49-F238E27FC236}">
                  <a16:creationId xmlns:a16="http://schemas.microsoft.com/office/drawing/2014/main" id="{5040B301-E834-CD50-7BC6-3E8F79153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5" y="2188"/>
              <a:ext cx="31" cy="3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A940A71-29B8-D808-1A78-04F84B918E45}"/>
              </a:ext>
            </a:extLst>
          </p:cNvPr>
          <p:cNvSpPr/>
          <p:nvPr/>
        </p:nvSpPr>
        <p:spPr>
          <a:xfrm>
            <a:off x="508000" y="36449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9266173-67EF-7E37-A244-63914C89AF97}"/>
              </a:ext>
            </a:extLst>
          </p:cNvPr>
          <p:cNvSpPr txBox="1"/>
          <p:nvPr/>
        </p:nvSpPr>
        <p:spPr>
          <a:xfrm>
            <a:off x="508000" y="53467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Non-Overlap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97" name="Group 85">
            <a:extLst>
              <a:ext uri="{FF2B5EF4-FFF2-40B4-BE49-F238E27FC236}">
                <a16:creationId xmlns:a16="http://schemas.microsoft.com/office/drawing/2014/main" id="{3E991938-E731-6C01-0282-B11B043592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62100" y="4287838"/>
            <a:ext cx="495300" cy="441325"/>
            <a:chOff x="3684" y="2021"/>
            <a:chExt cx="312" cy="278"/>
          </a:xfrm>
        </p:grpSpPr>
        <p:sp>
          <p:nvSpPr>
            <p:cNvPr id="98" name="AutoShape 84">
              <a:extLst>
                <a:ext uri="{FF2B5EF4-FFF2-40B4-BE49-F238E27FC236}">
                  <a16:creationId xmlns:a16="http://schemas.microsoft.com/office/drawing/2014/main" id="{5D803059-FAE0-9025-E652-ED0FF21485C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84" y="2021"/>
              <a:ext cx="31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9" name="Line 86">
              <a:extLst>
                <a:ext uri="{FF2B5EF4-FFF2-40B4-BE49-F238E27FC236}">
                  <a16:creationId xmlns:a16="http://schemas.microsoft.com/office/drawing/2014/main" id="{EA8AED00-CDBD-F408-1324-CE0DCFFFC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5" y="2282"/>
              <a:ext cx="96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0" name="Line 87">
              <a:extLst>
                <a:ext uri="{FF2B5EF4-FFF2-40B4-BE49-F238E27FC236}">
                  <a16:creationId xmlns:a16="http://schemas.microsoft.com/office/drawing/2014/main" id="{81150802-2378-5389-87EC-5C29FC6FC2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1" y="2042"/>
              <a:ext cx="81" cy="24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1" name="Line 88">
              <a:extLst>
                <a:ext uri="{FF2B5EF4-FFF2-40B4-BE49-F238E27FC236}">
                  <a16:creationId xmlns:a16="http://schemas.microsoft.com/office/drawing/2014/main" id="{B86BD7F0-456F-3CFB-21E3-565E5C015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2" y="2042"/>
              <a:ext cx="95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2" name="Freeform 89">
              <a:extLst>
                <a:ext uri="{FF2B5EF4-FFF2-40B4-BE49-F238E27FC236}">
                  <a16:creationId xmlns:a16="http://schemas.microsoft.com/office/drawing/2014/main" id="{666F8325-F61A-A626-A0C6-12B47FE57C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9" y="2270"/>
              <a:ext cx="120" cy="25"/>
            </a:xfrm>
            <a:custGeom>
              <a:avLst/>
              <a:gdLst>
                <a:gd name="T0" fmla="*/ 352 w 392"/>
                <a:gd name="T1" fmla="*/ 80 h 80"/>
                <a:gd name="T2" fmla="*/ 272 w 392"/>
                <a:gd name="T3" fmla="*/ 80 h 80"/>
                <a:gd name="T4" fmla="*/ 232 w 392"/>
                <a:gd name="T5" fmla="*/ 40 h 80"/>
                <a:gd name="T6" fmla="*/ 272 w 392"/>
                <a:gd name="T7" fmla="*/ 0 h 80"/>
                <a:gd name="T8" fmla="*/ 352 w 392"/>
                <a:gd name="T9" fmla="*/ 0 h 80"/>
                <a:gd name="T10" fmla="*/ 392 w 392"/>
                <a:gd name="T11" fmla="*/ 40 h 80"/>
                <a:gd name="T12" fmla="*/ 352 w 392"/>
                <a:gd name="T13" fmla="*/ 80 h 80"/>
                <a:gd name="T14" fmla="*/ 112 w 392"/>
                <a:gd name="T15" fmla="*/ 80 h 80"/>
                <a:gd name="T16" fmla="*/ 40 w 392"/>
                <a:gd name="T17" fmla="*/ 80 h 80"/>
                <a:gd name="T18" fmla="*/ 0 w 392"/>
                <a:gd name="T19" fmla="*/ 40 h 80"/>
                <a:gd name="T20" fmla="*/ 40 w 392"/>
                <a:gd name="T21" fmla="*/ 0 h 80"/>
                <a:gd name="T22" fmla="*/ 112 w 392"/>
                <a:gd name="T23" fmla="*/ 0 h 80"/>
                <a:gd name="T24" fmla="*/ 152 w 392"/>
                <a:gd name="T25" fmla="*/ 40 h 80"/>
                <a:gd name="T26" fmla="*/ 112 w 392"/>
                <a:gd name="T2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92" h="80">
                  <a:moveTo>
                    <a:pt x="352" y="80"/>
                  </a:moveTo>
                  <a:lnTo>
                    <a:pt x="272" y="80"/>
                  </a:lnTo>
                  <a:cubicBezTo>
                    <a:pt x="249" y="80"/>
                    <a:pt x="232" y="62"/>
                    <a:pt x="232" y="40"/>
                  </a:cubicBezTo>
                  <a:cubicBezTo>
                    <a:pt x="232" y="18"/>
                    <a:pt x="249" y="0"/>
                    <a:pt x="272" y="0"/>
                  </a:cubicBezTo>
                  <a:lnTo>
                    <a:pt x="352" y="0"/>
                  </a:lnTo>
                  <a:cubicBezTo>
                    <a:pt x="374" y="0"/>
                    <a:pt x="392" y="18"/>
                    <a:pt x="392" y="40"/>
                  </a:cubicBezTo>
                  <a:cubicBezTo>
                    <a:pt x="392" y="62"/>
                    <a:pt x="374" y="80"/>
                    <a:pt x="352" y="80"/>
                  </a:cubicBezTo>
                  <a:close/>
                  <a:moveTo>
                    <a:pt x="112" y="80"/>
                  </a:moveTo>
                  <a:lnTo>
                    <a:pt x="40" y="80"/>
                  </a:ln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lnTo>
                    <a:pt x="112" y="0"/>
                  </a:lnTo>
                  <a:cubicBezTo>
                    <a:pt x="134" y="0"/>
                    <a:pt x="152" y="18"/>
                    <a:pt x="152" y="40"/>
                  </a:cubicBezTo>
                  <a:cubicBezTo>
                    <a:pt x="152" y="62"/>
                    <a:pt x="134" y="80"/>
                    <a:pt x="112" y="80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3" name="Freeform 90">
              <a:extLst>
                <a:ext uri="{FF2B5EF4-FFF2-40B4-BE49-F238E27FC236}">
                  <a16:creationId xmlns:a16="http://schemas.microsoft.com/office/drawing/2014/main" id="{411E6ADF-BFC0-3CA8-BD9B-B2D3D17041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0" y="2038"/>
              <a:ext cx="105" cy="258"/>
            </a:xfrm>
            <a:custGeom>
              <a:avLst/>
              <a:gdLst>
                <a:gd name="T0" fmla="*/ 263 w 346"/>
                <a:gd name="T1" fmla="*/ 815 h 848"/>
                <a:gd name="T2" fmla="*/ 237 w 346"/>
                <a:gd name="T3" fmla="*/ 740 h 848"/>
                <a:gd name="T4" fmla="*/ 262 w 346"/>
                <a:gd name="T5" fmla="*/ 689 h 848"/>
                <a:gd name="T6" fmla="*/ 313 w 346"/>
                <a:gd name="T7" fmla="*/ 714 h 848"/>
                <a:gd name="T8" fmla="*/ 339 w 346"/>
                <a:gd name="T9" fmla="*/ 790 h 848"/>
                <a:gd name="T10" fmla="*/ 314 w 346"/>
                <a:gd name="T11" fmla="*/ 841 h 848"/>
                <a:gd name="T12" fmla="*/ 263 w 346"/>
                <a:gd name="T13" fmla="*/ 815 h 848"/>
                <a:gd name="T14" fmla="*/ 186 w 346"/>
                <a:gd name="T15" fmla="*/ 588 h 848"/>
                <a:gd name="T16" fmla="*/ 161 w 346"/>
                <a:gd name="T17" fmla="*/ 512 h 848"/>
                <a:gd name="T18" fmla="*/ 186 w 346"/>
                <a:gd name="T19" fmla="*/ 462 h 848"/>
                <a:gd name="T20" fmla="*/ 236 w 346"/>
                <a:gd name="T21" fmla="*/ 487 h 848"/>
                <a:gd name="T22" fmla="*/ 262 w 346"/>
                <a:gd name="T23" fmla="*/ 562 h 848"/>
                <a:gd name="T24" fmla="*/ 237 w 346"/>
                <a:gd name="T25" fmla="*/ 613 h 848"/>
                <a:gd name="T26" fmla="*/ 186 w 346"/>
                <a:gd name="T27" fmla="*/ 588 h 848"/>
                <a:gd name="T28" fmla="*/ 109 w 346"/>
                <a:gd name="T29" fmla="*/ 361 h 848"/>
                <a:gd name="T30" fmla="*/ 84 w 346"/>
                <a:gd name="T31" fmla="*/ 285 h 848"/>
                <a:gd name="T32" fmla="*/ 109 w 346"/>
                <a:gd name="T33" fmla="*/ 234 h 848"/>
                <a:gd name="T34" fmla="*/ 159 w 346"/>
                <a:gd name="T35" fmla="*/ 259 h 848"/>
                <a:gd name="T36" fmla="*/ 185 w 346"/>
                <a:gd name="T37" fmla="*/ 335 h 848"/>
                <a:gd name="T38" fmla="*/ 160 w 346"/>
                <a:gd name="T39" fmla="*/ 386 h 848"/>
                <a:gd name="T40" fmla="*/ 109 w 346"/>
                <a:gd name="T41" fmla="*/ 361 h 848"/>
                <a:gd name="T42" fmla="*/ 32 w 346"/>
                <a:gd name="T43" fmla="*/ 133 h 848"/>
                <a:gd name="T44" fmla="*/ 7 w 346"/>
                <a:gd name="T45" fmla="*/ 58 h 848"/>
                <a:gd name="T46" fmla="*/ 32 w 346"/>
                <a:gd name="T47" fmla="*/ 7 h 848"/>
                <a:gd name="T48" fmla="*/ 83 w 346"/>
                <a:gd name="T49" fmla="*/ 32 h 848"/>
                <a:gd name="T50" fmla="*/ 108 w 346"/>
                <a:gd name="T51" fmla="*/ 108 h 848"/>
                <a:gd name="T52" fmla="*/ 83 w 346"/>
                <a:gd name="T53" fmla="*/ 158 h 848"/>
                <a:gd name="T54" fmla="*/ 32 w 346"/>
                <a:gd name="T55" fmla="*/ 13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6" h="848">
                  <a:moveTo>
                    <a:pt x="263" y="815"/>
                  </a:moveTo>
                  <a:lnTo>
                    <a:pt x="237" y="740"/>
                  </a:lnTo>
                  <a:cubicBezTo>
                    <a:pt x="230" y="719"/>
                    <a:pt x="242" y="696"/>
                    <a:pt x="262" y="689"/>
                  </a:cubicBezTo>
                  <a:cubicBezTo>
                    <a:pt x="283" y="682"/>
                    <a:pt x="306" y="693"/>
                    <a:pt x="313" y="714"/>
                  </a:cubicBezTo>
                  <a:lnTo>
                    <a:pt x="339" y="790"/>
                  </a:lnTo>
                  <a:cubicBezTo>
                    <a:pt x="346" y="811"/>
                    <a:pt x="335" y="833"/>
                    <a:pt x="314" y="841"/>
                  </a:cubicBezTo>
                  <a:cubicBezTo>
                    <a:pt x="293" y="848"/>
                    <a:pt x="270" y="836"/>
                    <a:pt x="263" y="815"/>
                  </a:cubicBezTo>
                  <a:close/>
                  <a:moveTo>
                    <a:pt x="186" y="588"/>
                  </a:moveTo>
                  <a:lnTo>
                    <a:pt x="161" y="512"/>
                  </a:lnTo>
                  <a:cubicBezTo>
                    <a:pt x="153" y="491"/>
                    <a:pt x="165" y="469"/>
                    <a:pt x="186" y="462"/>
                  </a:cubicBezTo>
                  <a:cubicBezTo>
                    <a:pt x="207" y="454"/>
                    <a:pt x="229" y="466"/>
                    <a:pt x="236" y="487"/>
                  </a:cubicBezTo>
                  <a:lnTo>
                    <a:pt x="262" y="562"/>
                  </a:lnTo>
                  <a:cubicBezTo>
                    <a:pt x="269" y="583"/>
                    <a:pt x="258" y="606"/>
                    <a:pt x="237" y="613"/>
                  </a:cubicBezTo>
                  <a:cubicBezTo>
                    <a:pt x="216" y="620"/>
                    <a:pt x="193" y="609"/>
                    <a:pt x="186" y="588"/>
                  </a:cubicBezTo>
                  <a:close/>
                  <a:moveTo>
                    <a:pt x="109" y="361"/>
                  </a:moveTo>
                  <a:lnTo>
                    <a:pt x="84" y="285"/>
                  </a:lnTo>
                  <a:cubicBezTo>
                    <a:pt x="77" y="264"/>
                    <a:pt x="88" y="241"/>
                    <a:pt x="109" y="234"/>
                  </a:cubicBezTo>
                  <a:cubicBezTo>
                    <a:pt x="130" y="227"/>
                    <a:pt x="152" y="238"/>
                    <a:pt x="159" y="259"/>
                  </a:cubicBezTo>
                  <a:lnTo>
                    <a:pt x="185" y="335"/>
                  </a:lnTo>
                  <a:cubicBezTo>
                    <a:pt x="192" y="356"/>
                    <a:pt x="181" y="379"/>
                    <a:pt x="160" y="386"/>
                  </a:cubicBezTo>
                  <a:cubicBezTo>
                    <a:pt x="139" y="393"/>
                    <a:pt x="116" y="382"/>
                    <a:pt x="109" y="361"/>
                  </a:cubicBezTo>
                  <a:close/>
                  <a:moveTo>
                    <a:pt x="32" y="133"/>
                  </a:moveTo>
                  <a:lnTo>
                    <a:pt x="7" y="58"/>
                  </a:lnTo>
                  <a:cubicBezTo>
                    <a:pt x="0" y="37"/>
                    <a:pt x="11" y="14"/>
                    <a:pt x="32" y="7"/>
                  </a:cubicBezTo>
                  <a:cubicBezTo>
                    <a:pt x="53" y="0"/>
                    <a:pt x="76" y="11"/>
                    <a:pt x="83" y="32"/>
                  </a:cubicBezTo>
                  <a:lnTo>
                    <a:pt x="108" y="108"/>
                  </a:lnTo>
                  <a:cubicBezTo>
                    <a:pt x="115" y="129"/>
                    <a:pt x="104" y="151"/>
                    <a:pt x="83" y="158"/>
                  </a:cubicBezTo>
                  <a:cubicBezTo>
                    <a:pt x="62" y="165"/>
                    <a:pt x="39" y="154"/>
                    <a:pt x="32" y="13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4" name="Freeform 91">
              <a:extLst>
                <a:ext uri="{FF2B5EF4-FFF2-40B4-BE49-F238E27FC236}">
                  <a16:creationId xmlns:a16="http://schemas.microsoft.com/office/drawing/2014/main" id="{E56CD9C4-04F2-B2A6-5699-14214A3D7D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3" y="2030"/>
              <a:ext cx="120" cy="25"/>
            </a:xfrm>
            <a:custGeom>
              <a:avLst/>
              <a:gdLst>
                <a:gd name="T0" fmla="*/ 352 w 392"/>
                <a:gd name="T1" fmla="*/ 80 h 80"/>
                <a:gd name="T2" fmla="*/ 272 w 392"/>
                <a:gd name="T3" fmla="*/ 80 h 80"/>
                <a:gd name="T4" fmla="*/ 232 w 392"/>
                <a:gd name="T5" fmla="*/ 40 h 80"/>
                <a:gd name="T6" fmla="*/ 272 w 392"/>
                <a:gd name="T7" fmla="*/ 0 h 80"/>
                <a:gd name="T8" fmla="*/ 352 w 392"/>
                <a:gd name="T9" fmla="*/ 0 h 80"/>
                <a:gd name="T10" fmla="*/ 392 w 392"/>
                <a:gd name="T11" fmla="*/ 40 h 80"/>
                <a:gd name="T12" fmla="*/ 352 w 392"/>
                <a:gd name="T13" fmla="*/ 80 h 80"/>
                <a:gd name="T14" fmla="*/ 112 w 392"/>
                <a:gd name="T15" fmla="*/ 80 h 80"/>
                <a:gd name="T16" fmla="*/ 40 w 392"/>
                <a:gd name="T17" fmla="*/ 80 h 80"/>
                <a:gd name="T18" fmla="*/ 0 w 392"/>
                <a:gd name="T19" fmla="*/ 40 h 80"/>
                <a:gd name="T20" fmla="*/ 40 w 392"/>
                <a:gd name="T21" fmla="*/ 0 h 80"/>
                <a:gd name="T22" fmla="*/ 112 w 392"/>
                <a:gd name="T23" fmla="*/ 0 h 80"/>
                <a:gd name="T24" fmla="*/ 152 w 392"/>
                <a:gd name="T25" fmla="*/ 40 h 80"/>
                <a:gd name="T26" fmla="*/ 112 w 392"/>
                <a:gd name="T2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92" h="80">
                  <a:moveTo>
                    <a:pt x="352" y="80"/>
                  </a:moveTo>
                  <a:lnTo>
                    <a:pt x="272" y="80"/>
                  </a:lnTo>
                  <a:cubicBezTo>
                    <a:pt x="250" y="80"/>
                    <a:pt x="232" y="63"/>
                    <a:pt x="232" y="40"/>
                  </a:cubicBezTo>
                  <a:cubicBezTo>
                    <a:pt x="232" y="18"/>
                    <a:pt x="250" y="0"/>
                    <a:pt x="272" y="0"/>
                  </a:cubicBezTo>
                  <a:lnTo>
                    <a:pt x="352" y="0"/>
                  </a:lnTo>
                  <a:cubicBezTo>
                    <a:pt x="374" y="0"/>
                    <a:pt x="392" y="18"/>
                    <a:pt x="392" y="40"/>
                  </a:cubicBezTo>
                  <a:cubicBezTo>
                    <a:pt x="392" y="63"/>
                    <a:pt x="374" y="80"/>
                    <a:pt x="352" y="80"/>
                  </a:cubicBezTo>
                  <a:close/>
                  <a:moveTo>
                    <a:pt x="112" y="80"/>
                  </a:moveTo>
                  <a:lnTo>
                    <a:pt x="40" y="80"/>
                  </a:lnTo>
                  <a:cubicBezTo>
                    <a:pt x="18" y="80"/>
                    <a:pt x="0" y="63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lnTo>
                    <a:pt x="112" y="0"/>
                  </a:lnTo>
                  <a:cubicBezTo>
                    <a:pt x="134" y="0"/>
                    <a:pt x="152" y="18"/>
                    <a:pt x="152" y="40"/>
                  </a:cubicBezTo>
                  <a:cubicBezTo>
                    <a:pt x="152" y="63"/>
                    <a:pt x="134" y="80"/>
                    <a:pt x="112" y="80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01EEEDA-CEB3-99A3-CC69-07D7C919C5C5}"/>
              </a:ext>
            </a:extLst>
          </p:cNvPr>
          <p:cNvSpPr/>
          <p:nvPr/>
        </p:nvSpPr>
        <p:spPr>
          <a:xfrm>
            <a:off x="3263900" y="36449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A776A82-8497-10C8-E83E-FBDE12665A90}"/>
              </a:ext>
            </a:extLst>
          </p:cNvPr>
          <p:cNvSpPr txBox="1"/>
          <p:nvPr/>
        </p:nvSpPr>
        <p:spPr>
          <a:xfrm>
            <a:off x="3263900" y="53467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ECG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08" name="Group 94">
            <a:extLst>
              <a:ext uri="{FF2B5EF4-FFF2-40B4-BE49-F238E27FC236}">
                <a16:creationId xmlns:a16="http://schemas.microsoft.com/office/drawing/2014/main" id="{AAB0B0CD-980D-F0DD-B696-CDCA0FB718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84650" y="4149725"/>
            <a:ext cx="762000" cy="717550"/>
            <a:chOff x="3600" y="1934"/>
            <a:chExt cx="480" cy="452"/>
          </a:xfrm>
        </p:grpSpPr>
        <p:sp>
          <p:nvSpPr>
            <p:cNvPr id="109" name="AutoShape 93">
              <a:extLst>
                <a:ext uri="{FF2B5EF4-FFF2-40B4-BE49-F238E27FC236}">
                  <a16:creationId xmlns:a16="http://schemas.microsoft.com/office/drawing/2014/main" id="{D7758CE1-BCB1-CD01-D541-3476893A288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00" y="1934"/>
              <a:ext cx="480" cy="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0" name="Freeform 95">
              <a:extLst>
                <a:ext uri="{FF2B5EF4-FFF2-40B4-BE49-F238E27FC236}">
                  <a16:creationId xmlns:a16="http://schemas.microsoft.com/office/drawing/2014/main" id="{F38638CF-3A18-6E54-F502-BA0D0384C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8" y="1952"/>
              <a:ext cx="445" cy="416"/>
            </a:xfrm>
            <a:custGeom>
              <a:avLst/>
              <a:gdLst>
                <a:gd name="T0" fmla="*/ 0 w 1468"/>
                <a:gd name="T1" fmla="*/ 1072 h 1369"/>
                <a:gd name="T2" fmla="*/ 119 w 1468"/>
                <a:gd name="T3" fmla="*/ 1058 h 1369"/>
                <a:gd name="T4" fmla="*/ 163 w 1468"/>
                <a:gd name="T5" fmla="*/ 954 h 1369"/>
                <a:gd name="T6" fmla="*/ 234 w 1468"/>
                <a:gd name="T7" fmla="*/ 954 h 1369"/>
                <a:gd name="T8" fmla="*/ 249 w 1468"/>
                <a:gd name="T9" fmla="*/ 978 h 1369"/>
                <a:gd name="T10" fmla="*/ 299 w 1468"/>
                <a:gd name="T11" fmla="*/ 1058 h 1369"/>
                <a:gd name="T12" fmla="*/ 390 w 1468"/>
                <a:gd name="T13" fmla="*/ 1161 h 1369"/>
                <a:gd name="T14" fmla="*/ 454 w 1468"/>
                <a:gd name="T15" fmla="*/ 0 h 1369"/>
                <a:gd name="T16" fmla="*/ 493 w 1468"/>
                <a:gd name="T17" fmla="*/ 1369 h 1369"/>
                <a:gd name="T18" fmla="*/ 584 w 1468"/>
                <a:gd name="T19" fmla="*/ 1058 h 1369"/>
                <a:gd name="T20" fmla="*/ 779 w 1468"/>
                <a:gd name="T21" fmla="*/ 1058 h 1369"/>
                <a:gd name="T22" fmla="*/ 798 w 1468"/>
                <a:gd name="T23" fmla="*/ 1051 h 1369"/>
                <a:gd name="T24" fmla="*/ 852 w 1468"/>
                <a:gd name="T25" fmla="*/ 1009 h 1369"/>
                <a:gd name="T26" fmla="*/ 957 w 1468"/>
                <a:gd name="T27" fmla="*/ 885 h 1369"/>
                <a:gd name="T28" fmla="*/ 1030 w 1468"/>
                <a:gd name="T29" fmla="*/ 902 h 1369"/>
                <a:gd name="T30" fmla="*/ 1045 w 1468"/>
                <a:gd name="T31" fmla="*/ 913 h 1369"/>
                <a:gd name="T32" fmla="*/ 1095 w 1468"/>
                <a:gd name="T33" fmla="*/ 1002 h 1369"/>
                <a:gd name="T34" fmla="*/ 1306 w 1468"/>
                <a:gd name="T35" fmla="*/ 1075 h 1369"/>
                <a:gd name="T36" fmla="*/ 1468 w 1468"/>
                <a:gd name="T37" fmla="*/ 1075 h 1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68" h="1369">
                  <a:moveTo>
                    <a:pt x="0" y="1072"/>
                  </a:moveTo>
                  <a:cubicBezTo>
                    <a:pt x="34" y="1063"/>
                    <a:pt x="89" y="1093"/>
                    <a:pt x="119" y="1058"/>
                  </a:cubicBezTo>
                  <a:cubicBezTo>
                    <a:pt x="140" y="1034"/>
                    <a:pt x="149" y="979"/>
                    <a:pt x="163" y="954"/>
                  </a:cubicBezTo>
                  <a:cubicBezTo>
                    <a:pt x="182" y="933"/>
                    <a:pt x="217" y="906"/>
                    <a:pt x="234" y="954"/>
                  </a:cubicBezTo>
                  <a:cubicBezTo>
                    <a:pt x="239" y="960"/>
                    <a:pt x="244" y="969"/>
                    <a:pt x="249" y="978"/>
                  </a:cubicBezTo>
                  <a:cubicBezTo>
                    <a:pt x="265" y="1015"/>
                    <a:pt x="264" y="1059"/>
                    <a:pt x="299" y="1058"/>
                  </a:cubicBezTo>
                  <a:cubicBezTo>
                    <a:pt x="348" y="1036"/>
                    <a:pt x="381" y="1092"/>
                    <a:pt x="390" y="1161"/>
                  </a:cubicBezTo>
                  <a:lnTo>
                    <a:pt x="454" y="0"/>
                  </a:lnTo>
                  <a:lnTo>
                    <a:pt x="493" y="1369"/>
                  </a:lnTo>
                  <a:cubicBezTo>
                    <a:pt x="488" y="1184"/>
                    <a:pt x="520" y="1077"/>
                    <a:pt x="584" y="1058"/>
                  </a:cubicBezTo>
                  <a:lnTo>
                    <a:pt x="779" y="1058"/>
                  </a:lnTo>
                  <a:cubicBezTo>
                    <a:pt x="785" y="1049"/>
                    <a:pt x="792" y="1051"/>
                    <a:pt x="798" y="1051"/>
                  </a:cubicBezTo>
                  <a:cubicBezTo>
                    <a:pt x="819" y="1050"/>
                    <a:pt x="835" y="1029"/>
                    <a:pt x="852" y="1009"/>
                  </a:cubicBezTo>
                  <a:cubicBezTo>
                    <a:pt x="892" y="961"/>
                    <a:pt x="933" y="922"/>
                    <a:pt x="957" y="885"/>
                  </a:cubicBezTo>
                  <a:cubicBezTo>
                    <a:pt x="982" y="864"/>
                    <a:pt x="1011" y="876"/>
                    <a:pt x="1030" y="902"/>
                  </a:cubicBezTo>
                  <a:cubicBezTo>
                    <a:pt x="1036" y="903"/>
                    <a:pt x="1040" y="908"/>
                    <a:pt x="1045" y="913"/>
                  </a:cubicBezTo>
                  <a:cubicBezTo>
                    <a:pt x="1066" y="938"/>
                    <a:pt x="1078" y="975"/>
                    <a:pt x="1095" y="1002"/>
                  </a:cubicBezTo>
                  <a:cubicBezTo>
                    <a:pt x="1145" y="1085"/>
                    <a:pt x="1241" y="1086"/>
                    <a:pt x="1306" y="1075"/>
                  </a:cubicBezTo>
                  <a:cubicBezTo>
                    <a:pt x="1360" y="1055"/>
                    <a:pt x="1414" y="1094"/>
                    <a:pt x="1468" y="1075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FA4FD5B5-1B26-D382-FBFD-DC53985605EC}"/>
              </a:ext>
            </a:extLst>
          </p:cNvPr>
          <p:cNvSpPr/>
          <p:nvPr/>
        </p:nvSpPr>
        <p:spPr>
          <a:xfrm>
            <a:off x="6019800" y="36449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1E5606F-027A-5AFD-48CF-26E182053C2A}"/>
              </a:ext>
            </a:extLst>
          </p:cNvPr>
          <p:cNvSpPr txBox="1"/>
          <p:nvPr/>
        </p:nvSpPr>
        <p:spPr>
          <a:xfrm>
            <a:off x="6019800" y="53467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APW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14" name="Group 98">
            <a:extLst>
              <a:ext uri="{FF2B5EF4-FFF2-40B4-BE49-F238E27FC236}">
                <a16:creationId xmlns:a16="http://schemas.microsoft.com/office/drawing/2014/main" id="{D71E9976-C637-8E74-C4CD-C2A9414FC09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40550" y="4176713"/>
            <a:ext cx="762000" cy="663575"/>
            <a:chOff x="3600" y="1951"/>
            <a:chExt cx="480" cy="418"/>
          </a:xfrm>
        </p:grpSpPr>
        <p:sp>
          <p:nvSpPr>
            <p:cNvPr id="115" name="AutoShape 97">
              <a:extLst>
                <a:ext uri="{FF2B5EF4-FFF2-40B4-BE49-F238E27FC236}">
                  <a16:creationId xmlns:a16="http://schemas.microsoft.com/office/drawing/2014/main" id="{A75971D7-68E4-B0DE-40C0-296DBB17618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00" y="1951"/>
              <a:ext cx="480" cy="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6" name="Freeform 99">
              <a:extLst>
                <a:ext uri="{FF2B5EF4-FFF2-40B4-BE49-F238E27FC236}">
                  <a16:creationId xmlns:a16="http://schemas.microsoft.com/office/drawing/2014/main" id="{F6F625EB-5D1D-DCAF-C1BF-C87984FC2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8" y="1969"/>
              <a:ext cx="445" cy="387"/>
            </a:xfrm>
            <a:custGeom>
              <a:avLst/>
              <a:gdLst>
                <a:gd name="T0" fmla="*/ 0 w 1468"/>
                <a:gd name="T1" fmla="*/ 1272 h 1272"/>
                <a:gd name="T2" fmla="*/ 46 w 1468"/>
                <a:gd name="T3" fmla="*/ 1207 h 1272"/>
                <a:gd name="T4" fmla="*/ 68 w 1468"/>
                <a:gd name="T5" fmla="*/ 1127 h 1272"/>
                <a:gd name="T6" fmla="*/ 98 w 1468"/>
                <a:gd name="T7" fmla="*/ 928 h 1272"/>
                <a:gd name="T8" fmla="*/ 117 w 1468"/>
                <a:gd name="T9" fmla="*/ 760 h 1272"/>
                <a:gd name="T10" fmla="*/ 145 w 1468"/>
                <a:gd name="T11" fmla="*/ 587 h 1272"/>
                <a:gd name="T12" fmla="*/ 203 w 1468"/>
                <a:gd name="T13" fmla="*/ 331 h 1272"/>
                <a:gd name="T14" fmla="*/ 243 w 1468"/>
                <a:gd name="T15" fmla="*/ 161 h 1272"/>
                <a:gd name="T16" fmla="*/ 288 w 1468"/>
                <a:gd name="T17" fmla="*/ 50 h 1272"/>
                <a:gd name="T18" fmla="*/ 336 w 1468"/>
                <a:gd name="T19" fmla="*/ 6 h 1272"/>
                <a:gd name="T20" fmla="*/ 379 w 1468"/>
                <a:gd name="T21" fmla="*/ 0 h 1272"/>
                <a:gd name="T22" fmla="*/ 412 w 1468"/>
                <a:gd name="T23" fmla="*/ 15 h 1272"/>
                <a:gd name="T24" fmla="*/ 441 w 1468"/>
                <a:gd name="T25" fmla="*/ 45 h 1272"/>
                <a:gd name="T26" fmla="*/ 473 w 1468"/>
                <a:gd name="T27" fmla="*/ 105 h 1272"/>
                <a:gd name="T28" fmla="*/ 523 w 1468"/>
                <a:gd name="T29" fmla="*/ 257 h 1272"/>
                <a:gd name="T30" fmla="*/ 625 w 1468"/>
                <a:gd name="T31" fmla="*/ 518 h 1272"/>
                <a:gd name="T32" fmla="*/ 711 w 1468"/>
                <a:gd name="T33" fmla="*/ 554 h 1272"/>
                <a:gd name="T34" fmla="*/ 809 w 1468"/>
                <a:gd name="T35" fmla="*/ 493 h 1272"/>
                <a:gd name="T36" fmla="*/ 870 w 1468"/>
                <a:gd name="T37" fmla="*/ 478 h 1272"/>
                <a:gd name="T38" fmla="*/ 937 w 1468"/>
                <a:gd name="T39" fmla="*/ 524 h 1272"/>
                <a:gd name="T40" fmla="*/ 1023 w 1468"/>
                <a:gd name="T41" fmla="*/ 671 h 1272"/>
                <a:gd name="T42" fmla="*/ 1152 w 1468"/>
                <a:gd name="T43" fmla="*/ 923 h 1272"/>
                <a:gd name="T44" fmla="*/ 1231 w 1468"/>
                <a:gd name="T45" fmla="*/ 1036 h 1272"/>
                <a:gd name="T46" fmla="*/ 1311 w 1468"/>
                <a:gd name="T47" fmla="*/ 1140 h 1272"/>
                <a:gd name="T48" fmla="*/ 1385 w 1468"/>
                <a:gd name="T49" fmla="*/ 1221 h 1272"/>
                <a:gd name="T50" fmla="*/ 1416 w 1468"/>
                <a:gd name="T51" fmla="*/ 1248 h 1272"/>
                <a:gd name="T52" fmla="*/ 1446 w 1468"/>
                <a:gd name="T53" fmla="*/ 1264 h 1272"/>
                <a:gd name="T54" fmla="*/ 1468 w 1468"/>
                <a:gd name="T55" fmla="*/ 1265 h 1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68" h="1272">
                  <a:moveTo>
                    <a:pt x="0" y="1272"/>
                  </a:moveTo>
                  <a:cubicBezTo>
                    <a:pt x="18" y="1252"/>
                    <a:pt x="34" y="1230"/>
                    <a:pt x="46" y="1207"/>
                  </a:cubicBezTo>
                  <a:lnTo>
                    <a:pt x="68" y="1127"/>
                  </a:lnTo>
                  <a:lnTo>
                    <a:pt x="98" y="928"/>
                  </a:lnTo>
                  <a:lnTo>
                    <a:pt x="117" y="760"/>
                  </a:lnTo>
                  <a:lnTo>
                    <a:pt x="145" y="587"/>
                  </a:lnTo>
                  <a:lnTo>
                    <a:pt x="203" y="331"/>
                  </a:lnTo>
                  <a:cubicBezTo>
                    <a:pt x="215" y="274"/>
                    <a:pt x="228" y="218"/>
                    <a:pt x="243" y="161"/>
                  </a:cubicBezTo>
                  <a:cubicBezTo>
                    <a:pt x="252" y="122"/>
                    <a:pt x="267" y="84"/>
                    <a:pt x="288" y="50"/>
                  </a:cubicBezTo>
                  <a:cubicBezTo>
                    <a:pt x="298" y="29"/>
                    <a:pt x="315" y="14"/>
                    <a:pt x="336" y="6"/>
                  </a:cubicBezTo>
                  <a:lnTo>
                    <a:pt x="379" y="0"/>
                  </a:lnTo>
                  <a:lnTo>
                    <a:pt x="412" y="15"/>
                  </a:lnTo>
                  <a:lnTo>
                    <a:pt x="441" y="45"/>
                  </a:lnTo>
                  <a:cubicBezTo>
                    <a:pt x="457" y="61"/>
                    <a:pt x="469" y="82"/>
                    <a:pt x="473" y="105"/>
                  </a:cubicBezTo>
                  <a:cubicBezTo>
                    <a:pt x="493" y="154"/>
                    <a:pt x="510" y="205"/>
                    <a:pt x="523" y="257"/>
                  </a:cubicBezTo>
                  <a:cubicBezTo>
                    <a:pt x="544" y="349"/>
                    <a:pt x="578" y="437"/>
                    <a:pt x="625" y="518"/>
                  </a:cubicBezTo>
                  <a:cubicBezTo>
                    <a:pt x="641" y="549"/>
                    <a:pt x="677" y="564"/>
                    <a:pt x="711" y="554"/>
                  </a:cubicBezTo>
                  <a:cubicBezTo>
                    <a:pt x="745" y="535"/>
                    <a:pt x="777" y="515"/>
                    <a:pt x="809" y="493"/>
                  </a:cubicBezTo>
                  <a:cubicBezTo>
                    <a:pt x="828" y="484"/>
                    <a:pt x="849" y="479"/>
                    <a:pt x="870" y="478"/>
                  </a:cubicBezTo>
                  <a:cubicBezTo>
                    <a:pt x="896" y="487"/>
                    <a:pt x="919" y="503"/>
                    <a:pt x="937" y="524"/>
                  </a:cubicBezTo>
                  <a:cubicBezTo>
                    <a:pt x="974" y="568"/>
                    <a:pt x="1003" y="617"/>
                    <a:pt x="1023" y="671"/>
                  </a:cubicBezTo>
                  <a:cubicBezTo>
                    <a:pt x="1060" y="758"/>
                    <a:pt x="1104" y="842"/>
                    <a:pt x="1152" y="923"/>
                  </a:cubicBezTo>
                  <a:lnTo>
                    <a:pt x="1231" y="1036"/>
                  </a:lnTo>
                  <a:cubicBezTo>
                    <a:pt x="1259" y="1070"/>
                    <a:pt x="1285" y="1104"/>
                    <a:pt x="1311" y="1140"/>
                  </a:cubicBezTo>
                  <a:lnTo>
                    <a:pt x="1385" y="1221"/>
                  </a:lnTo>
                  <a:lnTo>
                    <a:pt x="1416" y="1248"/>
                  </a:lnTo>
                  <a:lnTo>
                    <a:pt x="1446" y="1264"/>
                  </a:lnTo>
                  <a:lnTo>
                    <a:pt x="1468" y="1265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BA979653-9AA2-A9E2-2C6A-27A62C80CFE4}"/>
              </a:ext>
            </a:extLst>
          </p:cNvPr>
          <p:cNvSpPr/>
          <p:nvPr/>
        </p:nvSpPr>
        <p:spPr>
          <a:xfrm>
            <a:off x="8775700" y="3644900"/>
            <a:ext cx="2603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3A6B6F2-AEAB-A100-3F0F-D851935E9F60}"/>
              </a:ext>
            </a:extLst>
          </p:cNvPr>
          <p:cNvSpPr txBox="1"/>
          <p:nvPr/>
        </p:nvSpPr>
        <p:spPr>
          <a:xfrm>
            <a:off x="8775700" y="5346700"/>
            <a:ext cx="260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Noise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120" name="Group 102">
            <a:extLst>
              <a:ext uri="{FF2B5EF4-FFF2-40B4-BE49-F238E27FC236}">
                <a16:creationId xmlns:a16="http://schemas.microsoft.com/office/drawing/2014/main" id="{95881840-2775-84FE-1B82-5B832F92C4D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388475" y="4138613"/>
            <a:ext cx="1377950" cy="739775"/>
            <a:chOff x="3406" y="1927"/>
            <a:chExt cx="868" cy="466"/>
          </a:xfrm>
        </p:grpSpPr>
        <p:sp>
          <p:nvSpPr>
            <p:cNvPr id="121" name="AutoShape 101">
              <a:extLst>
                <a:ext uri="{FF2B5EF4-FFF2-40B4-BE49-F238E27FC236}">
                  <a16:creationId xmlns:a16="http://schemas.microsoft.com/office/drawing/2014/main" id="{47A6B1BF-C01B-04A4-BDED-9338F1BAFB6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406" y="1927"/>
              <a:ext cx="868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2" name="Freeform 103">
              <a:extLst>
                <a:ext uri="{FF2B5EF4-FFF2-40B4-BE49-F238E27FC236}">
                  <a16:creationId xmlns:a16="http://schemas.microsoft.com/office/drawing/2014/main" id="{171F73D9-2192-D944-1271-F930DD9C7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" y="1955"/>
              <a:ext cx="828" cy="412"/>
            </a:xfrm>
            <a:custGeom>
              <a:avLst/>
              <a:gdLst>
                <a:gd name="T0" fmla="*/ 0 w 828"/>
                <a:gd name="T1" fmla="*/ 46 h 412"/>
                <a:gd name="T2" fmla="*/ 27 w 828"/>
                <a:gd name="T3" fmla="*/ 145 h 412"/>
                <a:gd name="T4" fmla="*/ 49 w 828"/>
                <a:gd name="T5" fmla="*/ 100 h 412"/>
                <a:gd name="T6" fmla="*/ 89 w 828"/>
                <a:gd name="T7" fmla="*/ 371 h 412"/>
                <a:gd name="T8" fmla="*/ 101 w 828"/>
                <a:gd name="T9" fmla="*/ 182 h 412"/>
                <a:gd name="T10" fmla="*/ 119 w 828"/>
                <a:gd name="T11" fmla="*/ 207 h 412"/>
                <a:gd name="T12" fmla="*/ 132 w 828"/>
                <a:gd name="T13" fmla="*/ 117 h 412"/>
                <a:gd name="T14" fmla="*/ 174 w 828"/>
                <a:gd name="T15" fmla="*/ 197 h 412"/>
                <a:gd name="T16" fmla="*/ 186 w 828"/>
                <a:gd name="T17" fmla="*/ 137 h 412"/>
                <a:gd name="T18" fmla="*/ 207 w 828"/>
                <a:gd name="T19" fmla="*/ 333 h 412"/>
                <a:gd name="T20" fmla="*/ 215 w 828"/>
                <a:gd name="T21" fmla="*/ 319 h 412"/>
                <a:gd name="T22" fmla="*/ 227 w 828"/>
                <a:gd name="T23" fmla="*/ 332 h 412"/>
                <a:gd name="T24" fmla="*/ 260 w 828"/>
                <a:gd name="T25" fmla="*/ 64 h 412"/>
                <a:gd name="T26" fmla="*/ 281 w 828"/>
                <a:gd name="T27" fmla="*/ 297 h 412"/>
                <a:gd name="T28" fmla="*/ 296 w 828"/>
                <a:gd name="T29" fmla="*/ 207 h 412"/>
                <a:gd name="T30" fmla="*/ 315 w 828"/>
                <a:gd name="T31" fmla="*/ 366 h 412"/>
                <a:gd name="T32" fmla="*/ 345 w 828"/>
                <a:gd name="T33" fmla="*/ 119 h 412"/>
                <a:gd name="T34" fmla="*/ 364 w 828"/>
                <a:gd name="T35" fmla="*/ 243 h 412"/>
                <a:gd name="T36" fmla="*/ 379 w 828"/>
                <a:gd name="T37" fmla="*/ 226 h 412"/>
                <a:gd name="T38" fmla="*/ 387 w 828"/>
                <a:gd name="T39" fmla="*/ 272 h 412"/>
                <a:gd name="T40" fmla="*/ 405 w 828"/>
                <a:gd name="T41" fmla="*/ 129 h 412"/>
                <a:gd name="T42" fmla="*/ 424 w 828"/>
                <a:gd name="T43" fmla="*/ 339 h 412"/>
                <a:gd name="T44" fmla="*/ 444 w 828"/>
                <a:gd name="T45" fmla="*/ 257 h 412"/>
                <a:gd name="T46" fmla="*/ 451 w 828"/>
                <a:gd name="T47" fmla="*/ 319 h 412"/>
                <a:gd name="T48" fmla="*/ 482 w 828"/>
                <a:gd name="T49" fmla="*/ 107 h 412"/>
                <a:gd name="T50" fmla="*/ 498 w 828"/>
                <a:gd name="T51" fmla="*/ 298 h 412"/>
                <a:gd name="T52" fmla="*/ 525 w 828"/>
                <a:gd name="T53" fmla="*/ 60 h 412"/>
                <a:gd name="T54" fmla="*/ 548 w 828"/>
                <a:gd name="T55" fmla="*/ 289 h 412"/>
                <a:gd name="T56" fmla="*/ 565 w 828"/>
                <a:gd name="T57" fmla="*/ 66 h 412"/>
                <a:gd name="T58" fmla="*/ 584 w 828"/>
                <a:gd name="T59" fmla="*/ 352 h 412"/>
                <a:gd name="T60" fmla="*/ 600 w 828"/>
                <a:gd name="T61" fmla="*/ 120 h 412"/>
                <a:gd name="T62" fmla="*/ 613 w 828"/>
                <a:gd name="T63" fmla="*/ 144 h 412"/>
                <a:gd name="T64" fmla="*/ 623 w 828"/>
                <a:gd name="T65" fmla="*/ 0 h 412"/>
                <a:gd name="T66" fmla="*/ 636 w 828"/>
                <a:gd name="T67" fmla="*/ 197 h 412"/>
                <a:gd name="T68" fmla="*/ 650 w 828"/>
                <a:gd name="T69" fmla="*/ 133 h 412"/>
                <a:gd name="T70" fmla="*/ 664 w 828"/>
                <a:gd name="T71" fmla="*/ 412 h 412"/>
                <a:gd name="T72" fmla="*/ 681 w 828"/>
                <a:gd name="T73" fmla="*/ 186 h 412"/>
                <a:gd name="T74" fmla="*/ 695 w 828"/>
                <a:gd name="T75" fmla="*/ 226 h 412"/>
                <a:gd name="T76" fmla="*/ 708 w 828"/>
                <a:gd name="T77" fmla="*/ 165 h 412"/>
                <a:gd name="T78" fmla="*/ 712 w 828"/>
                <a:gd name="T79" fmla="*/ 178 h 412"/>
                <a:gd name="T80" fmla="*/ 725 w 828"/>
                <a:gd name="T81" fmla="*/ 102 h 412"/>
                <a:gd name="T82" fmla="*/ 743 w 828"/>
                <a:gd name="T83" fmla="*/ 289 h 412"/>
                <a:gd name="T84" fmla="*/ 753 w 828"/>
                <a:gd name="T85" fmla="*/ 107 h 412"/>
                <a:gd name="T86" fmla="*/ 766 w 828"/>
                <a:gd name="T87" fmla="*/ 247 h 412"/>
                <a:gd name="T88" fmla="*/ 777 w 828"/>
                <a:gd name="T89" fmla="*/ 216 h 412"/>
                <a:gd name="T90" fmla="*/ 784 w 828"/>
                <a:gd name="T91" fmla="*/ 282 h 412"/>
                <a:gd name="T92" fmla="*/ 801 w 828"/>
                <a:gd name="T93" fmla="*/ 188 h 412"/>
                <a:gd name="T94" fmla="*/ 812 w 828"/>
                <a:gd name="T95" fmla="*/ 324 h 412"/>
                <a:gd name="T96" fmla="*/ 828 w 828"/>
                <a:gd name="T97" fmla="*/ 195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412">
                  <a:moveTo>
                    <a:pt x="0" y="46"/>
                  </a:moveTo>
                  <a:lnTo>
                    <a:pt x="27" y="145"/>
                  </a:lnTo>
                  <a:lnTo>
                    <a:pt x="49" y="100"/>
                  </a:lnTo>
                  <a:lnTo>
                    <a:pt x="89" y="371"/>
                  </a:lnTo>
                  <a:lnTo>
                    <a:pt x="101" y="182"/>
                  </a:lnTo>
                  <a:lnTo>
                    <a:pt x="119" y="207"/>
                  </a:lnTo>
                  <a:lnTo>
                    <a:pt x="132" y="117"/>
                  </a:lnTo>
                  <a:lnTo>
                    <a:pt x="174" y="197"/>
                  </a:lnTo>
                  <a:lnTo>
                    <a:pt x="186" y="137"/>
                  </a:lnTo>
                  <a:lnTo>
                    <a:pt x="207" y="333"/>
                  </a:lnTo>
                  <a:lnTo>
                    <a:pt x="215" y="319"/>
                  </a:lnTo>
                  <a:lnTo>
                    <a:pt x="227" y="332"/>
                  </a:lnTo>
                  <a:lnTo>
                    <a:pt x="260" y="64"/>
                  </a:lnTo>
                  <a:lnTo>
                    <a:pt x="281" y="297"/>
                  </a:lnTo>
                  <a:lnTo>
                    <a:pt x="296" y="207"/>
                  </a:lnTo>
                  <a:lnTo>
                    <a:pt x="315" y="366"/>
                  </a:lnTo>
                  <a:lnTo>
                    <a:pt x="345" y="119"/>
                  </a:lnTo>
                  <a:lnTo>
                    <a:pt x="364" y="243"/>
                  </a:lnTo>
                  <a:lnTo>
                    <a:pt x="379" y="226"/>
                  </a:lnTo>
                  <a:lnTo>
                    <a:pt x="387" y="272"/>
                  </a:lnTo>
                  <a:lnTo>
                    <a:pt x="405" y="129"/>
                  </a:lnTo>
                  <a:lnTo>
                    <a:pt x="424" y="339"/>
                  </a:lnTo>
                  <a:lnTo>
                    <a:pt x="444" y="257"/>
                  </a:lnTo>
                  <a:lnTo>
                    <a:pt x="451" y="319"/>
                  </a:lnTo>
                  <a:lnTo>
                    <a:pt x="482" y="107"/>
                  </a:lnTo>
                  <a:lnTo>
                    <a:pt x="498" y="298"/>
                  </a:lnTo>
                  <a:lnTo>
                    <a:pt x="525" y="60"/>
                  </a:lnTo>
                  <a:lnTo>
                    <a:pt x="548" y="289"/>
                  </a:lnTo>
                  <a:lnTo>
                    <a:pt x="565" y="66"/>
                  </a:lnTo>
                  <a:lnTo>
                    <a:pt x="584" y="352"/>
                  </a:lnTo>
                  <a:lnTo>
                    <a:pt x="600" y="120"/>
                  </a:lnTo>
                  <a:lnTo>
                    <a:pt x="613" y="144"/>
                  </a:lnTo>
                  <a:lnTo>
                    <a:pt x="623" y="0"/>
                  </a:lnTo>
                  <a:lnTo>
                    <a:pt x="636" y="197"/>
                  </a:lnTo>
                  <a:lnTo>
                    <a:pt x="650" y="133"/>
                  </a:lnTo>
                  <a:lnTo>
                    <a:pt x="664" y="412"/>
                  </a:lnTo>
                  <a:lnTo>
                    <a:pt x="681" y="186"/>
                  </a:lnTo>
                  <a:lnTo>
                    <a:pt x="695" y="226"/>
                  </a:lnTo>
                  <a:lnTo>
                    <a:pt x="708" y="165"/>
                  </a:lnTo>
                  <a:lnTo>
                    <a:pt x="712" y="178"/>
                  </a:lnTo>
                  <a:lnTo>
                    <a:pt x="725" y="102"/>
                  </a:lnTo>
                  <a:lnTo>
                    <a:pt x="743" y="289"/>
                  </a:lnTo>
                  <a:lnTo>
                    <a:pt x="753" y="107"/>
                  </a:lnTo>
                  <a:lnTo>
                    <a:pt x="766" y="247"/>
                  </a:lnTo>
                  <a:lnTo>
                    <a:pt x="777" y="216"/>
                  </a:lnTo>
                  <a:lnTo>
                    <a:pt x="784" y="282"/>
                  </a:lnTo>
                  <a:lnTo>
                    <a:pt x="801" y="188"/>
                  </a:lnTo>
                  <a:lnTo>
                    <a:pt x="812" y="324"/>
                  </a:lnTo>
                  <a:lnTo>
                    <a:pt x="828" y="195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958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3E2D944-5BC9-CAF9-738B-97380B59607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F5D7A-156B-3AD5-50A5-1A504CEA3DF2}"/>
              </a:ext>
            </a:extLst>
          </p:cNvPr>
          <p:cNvSpPr txBox="1"/>
          <p:nvPr/>
        </p:nvSpPr>
        <p:spPr>
          <a:xfrm>
            <a:off x="508000" y="228600"/>
            <a:ext cx="1117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b="1">
                <a:solidFill>
                  <a:srgbClr val="1A365D"/>
                </a:solidFill>
                <a:latin typeface="Segoe UI" panose="020B0502040204020203" pitchFamily="34" charset="0"/>
              </a:rPr>
              <a:t>Biomedical &amp; System Level Symbols</a:t>
            </a:r>
            <a:endParaRPr lang="ko-KR" altLang="en-US" b="1">
              <a:solidFill>
                <a:srgbClr val="1A365D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604BAB-4425-BA54-30C3-54C65F482668}"/>
              </a:ext>
            </a:extLst>
          </p:cNvPr>
          <p:cNvSpPr txBox="1"/>
          <p:nvPr/>
        </p:nvSpPr>
        <p:spPr>
          <a:xfrm>
            <a:off x="508000" y="660400"/>
            <a:ext cx="11176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>
                <a:solidFill>
                  <a:srgbClr val="64748B"/>
                </a:solidFill>
                <a:latin typeface="Segoe UI" panose="020B0502040204020203" pitchFamily="34" charset="0"/>
              </a:rPr>
              <a:t>Biomedical Sensor Interfaces, Anatomical &amp; System Graphics</a:t>
            </a:r>
            <a:endParaRPr lang="ko-KR" altLang="en-US" sz="10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26013B-4209-F481-E2C6-F8B3A3229B89}"/>
              </a:ext>
            </a:extLst>
          </p:cNvPr>
          <p:cNvSpPr/>
          <p:nvPr/>
        </p:nvSpPr>
        <p:spPr>
          <a:xfrm>
            <a:off x="508000" y="1460500"/>
            <a:ext cx="3492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1489A-36F4-F0E9-9DDD-28BB96D6E47C}"/>
              </a:ext>
            </a:extLst>
          </p:cNvPr>
          <p:cNvSpPr txBox="1"/>
          <p:nvPr/>
        </p:nvSpPr>
        <p:spPr>
          <a:xfrm>
            <a:off x="508000" y="3162300"/>
            <a:ext cx="349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Heart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65BBD359-9F08-186E-F419-1BB27C4FA39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16396" y="1562100"/>
            <a:ext cx="1075708" cy="1523999"/>
            <a:chOff x="2717" y="569"/>
            <a:chExt cx="2246" cy="3182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36714891-B65A-9D2E-95A2-2C7D696AF1F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717" y="569"/>
              <a:ext cx="2246" cy="3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9ABBB8C-5957-D4EA-3CB8-DA0435681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580"/>
              <a:ext cx="2219" cy="3156"/>
            </a:xfrm>
            <a:custGeom>
              <a:avLst/>
              <a:gdLst>
                <a:gd name="T0" fmla="*/ 638 w 7381"/>
                <a:gd name="T1" fmla="*/ 2063 h 10507"/>
                <a:gd name="T2" fmla="*/ 909 w 7381"/>
                <a:gd name="T3" fmla="*/ 1517 h 10507"/>
                <a:gd name="T4" fmla="*/ 1505 w 7381"/>
                <a:gd name="T5" fmla="*/ 1582 h 10507"/>
                <a:gd name="T6" fmla="*/ 1923 w 7381"/>
                <a:gd name="T7" fmla="*/ 1421 h 10507"/>
                <a:gd name="T8" fmla="*/ 2083 w 7381"/>
                <a:gd name="T9" fmla="*/ 939 h 10507"/>
                <a:gd name="T10" fmla="*/ 1781 w 7381"/>
                <a:gd name="T11" fmla="*/ 574 h 10507"/>
                <a:gd name="T12" fmla="*/ 1858 w 7381"/>
                <a:gd name="T13" fmla="*/ 297 h 10507"/>
                <a:gd name="T14" fmla="*/ 2340 w 7381"/>
                <a:gd name="T15" fmla="*/ 40 h 10507"/>
                <a:gd name="T16" fmla="*/ 2822 w 7381"/>
                <a:gd name="T17" fmla="*/ 458 h 10507"/>
                <a:gd name="T18" fmla="*/ 3046 w 7381"/>
                <a:gd name="T19" fmla="*/ 458 h 10507"/>
                <a:gd name="T20" fmla="*/ 3271 w 7381"/>
                <a:gd name="T21" fmla="*/ 137 h 10507"/>
                <a:gd name="T22" fmla="*/ 4010 w 7381"/>
                <a:gd name="T23" fmla="*/ 201 h 10507"/>
                <a:gd name="T24" fmla="*/ 4170 w 7381"/>
                <a:gd name="T25" fmla="*/ 618 h 10507"/>
                <a:gd name="T26" fmla="*/ 4748 w 7381"/>
                <a:gd name="T27" fmla="*/ 875 h 10507"/>
                <a:gd name="T28" fmla="*/ 5069 w 7381"/>
                <a:gd name="T29" fmla="*/ 1582 h 10507"/>
                <a:gd name="T30" fmla="*/ 5679 w 7381"/>
                <a:gd name="T31" fmla="*/ 1678 h 10507"/>
                <a:gd name="T32" fmla="*/ 6000 w 7381"/>
                <a:gd name="T33" fmla="*/ 2160 h 10507"/>
                <a:gd name="T34" fmla="*/ 5936 w 7381"/>
                <a:gd name="T35" fmla="*/ 2705 h 10507"/>
                <a:gd name="T36" fmla="*/ 5454 w 7381"/>
                <a:gd name="T37" fmla="*/ 3059 h 10507"/>
                <a:gd name="T38" fmla="*/ 5422 w 7381"/>
                <a:gd name="T39" fmla="*/ 3283 h 10507"/>
                <a:gd name="T40" fmla="*/ 5775 w 7381"/>
                <a:gd name="T41" fmla="*/ 3669 h 10507"/>
                <a:gd name="T42" fmla="*/ 6257 w 7381"/>
                <a:gd name="T43" fmla="*/ 3990 h 10507"/>
                <a:gd name="T44" fmla="*/ 6578 w 7381"/>
                <a:gd name="T45" fmla="*/ 4857 h 10507"/>
                <a:gd name="T46" fmla="*/ 7317 w 7381"/>
                <a:gd name="T47" fmla="*/ 8164 h 10507"/>
                <a:gd name="T48" fmla="*/ 7381 w 7381"/>
                <a:gd name="T49" fmla="*/ 9448 h 10507"/>
                <a:gd name="T50" fmla="*/ 7060 w 7381"/>
                <a:gd name="T51" fmla="*/ 10186 h 10507"/>
                <a:gd name="T52" fmla="*/ 6353 w 7381"/>
                <a:gd name="T53" fmla="*/ 10475 h 10507"/>
                <a:gd name="T54" fmla="*/ 5294 w 7381"/>
                <a:gd name="T55" fmla="*/ 10507 h 10507"/>
                <a:gd name="T56" fmla="*/ 4170 w 7381"/>
                <a:gd name="T57" fmla="*/ 10250 h 10507"/>
                <a:gd name="T58" fmla="*/ 2886 w 7381"/>
                <a:gd name="T59" fmla="*/ 9833 h 10507"/>
                <a:gd name="T60" fmla="*/ 1762 w 7381"/>
                <a:gd name="T61" fmla="*/ 9191 h 10507"/>
                <a:gd name="T62" fmla="*/ 799 w 7381"/>
                <a:gd name="T63" fmla="*/ 8228 h 10507"/>
                <a:gd name="T64" fmla="*/ 93 w 7381"/>
                <a:gd name="T65" fmla="*/ 6879 h 10507"/>
                <a:gd name="T66" fmla="*/ 317 w 7381"/>
                <a:gd name="T67" fmla="*/ 4311 h 10507"/>
                <a:gd name="T68" fmla="*/ 638 w 7381"/>
                <a:gd name="T69" fmla="*/ 2320 h 10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381" h="10507">
                  <a:moveTo>
                    <a:pt x="638" y="2320"/>
                  </a:moveTo>
                  <a:lnTo>
                    <a:pt x="638" y="2063"/>
                  </a:lnTo>
                  <a:lnTo>
                    <a:pt x="703" y="1742"/>
                  </a:lnTo>
                  <a:lnTo>
                    <a:pt x="909" y="1517"/>
                  </a:lnTo>
                  <a:lnTo>
                    <a:pt x="1216" y="1485"/>
                  </a:lnTo>
                  <a:lnTo>
                    <a:pt x="1505" y="1582"/>
                  </a:lnTo>
                  <a:lnTo>
                    <a:pt x="1762" y="1582"/>
                  </a:lnTo>
                  <a:cubicBezTo>
                    <a:pt x="1820" y="1533"/>
                    <a:pt x="1874" y="1479"/>
                    <a:pt x="1923" y="1421"/>
                  </a:cubicBezTo>
                  <a:cubicBezTo>
                    <a:pt x="2015" y="1383"/>
                    <a:pt x="2077" y="1296"/>
                    <a:pt x="2083" y="1196"/>
                  </a:cubicBezTo>
                  <a:cubicBezTo>
                    <a:pt x="2136" y="1119"/>
                    <a:pt x="2136" y="1017"/>
                    <a:pt x="2083" y="939"/>
                  </a:cubicBezTo>
                  <a:cubicBezTo>
                    <a:pt x="1999" y="866"/>
                    <a:pt x="1920" y="787"/>
                    <a:pt x="1847" y="703"/>
                  </a:cubicBezTo>
                  <a:lnTo>
                    <a:pt x="1781" y="574"/>
                  </a:lnTo>
                  <a:lnTo>
                    <a:pt x="1762" y="458"/>
                  </a:lnTo>
                  <a:lnTo>
                    <a:pt x="1858" y="297"/>
                  </a:lnTo>
                  <a:lnTo>
                    <a:pt x="2019" y="137"/>
                  </a:lnTo>
                  <a:cubicBezTo>
                    <a:pt x="2094" y="39"/>
                    <a:pt x="2223" y="0"/>
                    <a:pt x="2340" y="40"/>
                  </a:cubicBezTo>
                  <a:cubicBezTo>
                    <a:pt x="2420" y="60"/>
                    <a:pt x="2496" y="93"/>
                    <a:pt x="2565" y="137"/>
                  </a:cubicBezTo>
                  <a:lnTo>
                    <a:pt x="2822" y="458"/>
                  </a:lnTo>
                  <a:cubicBezTo>
                    <a:pt x="2834" y="520"/>
                    <a:pt x="2895" y="560"/>
                    <a:pt x="2957" y="547"/>
                  </a:cubicBezTo>
                  <a:cubicBezTo>
                    <a:pt x="3002" y="538"/>
                    <a:pt x="3037" y="503"/>
                    <a:pt x="3046" y="458"/>
                  </a:cubicBezTo>
                  <a:lnTo>
                    <a:pt x="3111" y="297"/>
                  </a:lnTo>
                  <a:cubicBezTo>
                    <a:pt x="3121" y="213"/>
                    <a:pt x="3187" y="147"/>
                    <a:pt x="3271" y="137"/>
                  </a:cubicBezTo>
                  <a:lnTo>
                    <a:pt x="3624" y="137"/>
                  </a:lnTo>
                  <a:lnTo>
                    <a:pt x="4010" y="201"/>
                  </a:lnTo>
                  <a:cubicBezTo>
                    <a:pt x="4106" y="213"/>
                    <a:pt x="4176" y="297"/>
                    <a:pt x="4170" y="394"/>
                  </a:cubicBezTo>
                  <a:lnTo>
                    <a:pt x="4170" y="618"/>
                  </a:lnTo>
                  <a:cubicBezTo>
                    <a:pt x="4243" y="656"/>
                    <a:pt x="4318" y="688"/>
                    <a:pt x="4395" y="715"/>
                  </a:cubicBezTo>
                  <a:lnTo>
                    <a:pt x="4748" y="875"/>
                  </a:lnTo>
                  <a:cubicBezTo>
                    <a:pt x="4827" y="979"/>
                    <a:pt x="4902" y="1086"/>
                    <a:pt x="4973" y="1196"/>
                  </a:cubicBezTo>
                  <a:cubicBezTo>
                    <a:pt x="5023" y="1319"/>
                    <a:pt x="5056" y="1449"/>
                    <a:pt x="5069" y="1582"/>
                  </a:cubicBezTo>
                  <a:lnTo>
                    <a:pt x="5294" y="1614"/>
                  </a:lnTo>
                  <a:lnTo>
                    <a:pt x="5679" y="1678"/>
                  </a:lnTo>
                  <a:cubicBezTo>
                    <a:pt x="5790" y="1718"/>
                    <a:pt x="5882" y="1798"/>
                    <a:pt x="5936" y="1903"/>
                  </a:cubicBezTo>
                  <a:lnTo>
                    <a:pt x="6000" y="2160"/>
                  </a:lnTo>
                  <a:lnTo>
                    <a:pt x="6000" y="2448"/>
                  </a:lnTo>
                  <a:cubicBezTo>
                    <a:pt x="5991" y="2537"/>
                    <a:pt x="5970" y="2623"/>
                    <a:pt x="5936" y="2705"/>
                  </a:cubicBezTo>
                  <a:lnTo>
                    <a:pt x="5840" y="2962"/>
                  </a:lnTo>
                  <a:lnTo>
                    <a:pt x="5454" y="3059"/>
                  </a:lnTo>
                  <a:cubicBezTo>
                    <a:pt x="5386" y="3092"/>
                    <a:pt x="5358" y="3174"/>
                    <a:pt x="5391" y="3242"/>
                  </a:cubicBezTo>
                  <a:cubicBezTo>
                    <a:pt x="5399" y="3258"/>
                    <a:pt x="5409" y="3272"/>
                    <a:pt x="5422" y="3283"/>
                  </a:cubicBezTo>
                  <a:lnTo>
                    <a:pt x="5583" y="3508"/>
                  </a:lnTo>
                  <a:lnTo>
                    <a:pt x="5775" y="3669"/>
                  </a:lnTo>
                  <a:lnTo>
                    <a:pt x="6032" y="3829"/>
                  </a:lnTo>
                  <a:cubicBezTo>
                    <a:pt x="6105" y="3886"/>
                    <a:pt x="6180" y="3940"/>
                    <a:pt x="6257" y="3990"/>
                  </a:cubicBezTo>
                  <a:lnTo>
                    <a:pt x="6418" y="4311"/>
                  </a:lnTo>
                  <a:cubicBezTo>
                    <a:pt x="6481" y="4490"/>
                    <a:pt x="6534" y="4672"/>
                    <a:pt x="6578" y="4857"/>
                  </a:cubicBezTo>
                  <a:lnTo>
                    <a:pt x="7124" y="7040"/>
                  </a:lnTo>
                  <a:lnTo>
                    <a:pt x="7317" y="8164"/>
                  </a:lnTo>
                  <a:lnTo>
                    <a:pt x="7381" y="8966"/>
                  </a:lnTo>
                  <a:lnTo>
                    <a:pt x="7381" y="9448"/>
                  </a:lnTo>
                  <a:lnTo>
                    <a:pt x="7284" y="9769"/>
                  </a:lnTo>
                  <a:lnTo>
                    <a:pt x="7060" y="10186"/>
                  </a:lnTo>
                  <a:cubicBezTo>
                    <a:pt x="6914" y="10289"/>
                    <a:pt x="6751" y="10365"/>
                    <a:pt x="6578" y="10411"/>
                  </a:cubicBezTo>
                  <a:lnTo>
                    <a:pt x="6353" y="10475"/>
                  </a:lnTo>
                  <a:lnTo>
                    <a:pt x="5840" y="10507"/>
                  </a:lnTo>
                  <a:lnTo>
                    <a:pt x="5294" y="10507"/>
                  </a:lnTo>
                  <a:lnTo>
                    <a:pt x="4812" y="10411"/>
                  </a:lnTo>
                  <a:cubicBezTo>
                    <a:pt x="4601" y="10345"/>
                    <a:pt x="4387" y="10291"/>
                    <a:pt x="4170" y="10250"/>
                  </a:cubicBezTo>
                  <a:lnTo>
                    <a:pt x="3528" y="10090"/>
                  </a:lnTo>
                  <a:lnTo>
                    <a:pt x="2886" y="9833"/>
                  </a:lnTo>
                  <a:lnTo>
                    <a:pt x="2308" y="9544"/>
                  </a:lnTo>
                  <a:lnTo>
                    <a:pt x="1762" y="9191"/>
                  </a:lnTo>
                  <a:lnTo>
                    <a:pt x="1280" y="8806"/>
                  </a:lnTo>
                  <a:lnTo>
                    <a:pt x="799" y="8228"/>
                  </a:lnTo>
                  <a:cubicBezTo>
                    <a:pt x="613" y="8011"/>
                    <a:pt x="451" y="7774"/>
                    <a:pt x="317" y="7521"/>
                  </a:cubicBezTo>
                  <a:lnTo>
                    <a:pt x="93" y="6879"/>
                  </a:lnTo>
                  <a:cubicBezTo>
                    <a:pt x="0" y="6294"/>
                    <a:pt x="0" y="5698"/>
                    <a:pt x="93" y="5113"/>
                  </a:cubicBezTo>
                  <a:cubicBezTo>
                    <a:pt x="81" y="4829"/>
                    <a:pt x="160" y="4548"/>
                    <a:pt x="317" y="4311"/>
                  </a:cubicBezTo>
                  <a:lnTo>
                    <a:pt x="542" y="3669"/>
                  </a:lnTo>
                  <a:cubicBezTo>
                    <a:pt x="589" y="3220"/>
                    <a:pt x="621" y="2770"/>
                    <a:pt x="638" y="2320"/>
                  </a:cubicBezTo>
                  <a:close/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EE8135D-6107-0B9D-D114-0531DCD41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605"/>
              <a:ext cx="261" cy="736"/>
            </a:xfrm>
            <a:custGeom>
              <a:avLst/>
              <a:gdLst>
                <a:gd name="T0" fmla="*/ 867 w 867"/>
                <a:gd name="T1" fmla="*/ 0 h 2449"/>
                <a:gd name="T2" fmla="*/ 450 w 867"/>
                <a:gd name="T3" fmla="*/ 481 h 2449"/>
                <a:gd name="T4" fmla="*/ 225 w 867"/>
                <a:gd name="T5" fmla="*/ 899 h 2449"/>
                <a:gd name="T6" fmla="*/ 65 w 867"/>
                <a:gd name="T7" fmla="*/ 1220 h 2449"/>
                <a:gd name="T8" fmla="*/ 0 w 867"/>
                <a:gd name="T9" fmla="*/ 1701 h 2449"/>
                <a:gd name="T10" fmla="*/ 0 w 867"/>
                <a:gd name="T11" fmla="*/ 2022 h 2449"/>
                <a:gd name="T12" fmla="*/ 97 w 867"/>
                <a:gd name="T13" fmla="*/ 2343 h 2449"/>
                <a:gd name="T14" fmla="*/ 386 w 867"/>
                <a:gd name="T15" fmla="*/ 2408 h 2449"/>
                <a:gd name="T16" fmla="*/ 578 w 867"/>
                <a:gd name="T17" fmla="*/ 2183 h 2449"/>
                <a:gd name="T18" fmla="*/ 482 w 867"/>
                <a:gd name="T19" fmla="*/ 2022 h 2449"/>
                <a:gd name="T20" fmla="*/ 482 w 867"/>
                <a:gd name="T21" fmla="*/ 1059 h 2449"/>
                <a:gd name="T22" fmla="*/ 739 w 867"/>
                <a:gd name="T23" fmla="*/ 257 h 2449"/>
                <a:gd name="T24" fmla="*/ 867 w 867"/>
                <a:gd name="T25" fmla="*/ 0 h 2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7" h="2449">
                  <a:moveTo>
                    <a:pt x="867" y="0"/>
                  </a:moveTo>
                  <a:lnTo>
                    <a:pt x="450" y="481"/>
                  </a:lnTo>
                  <a:lnTo>
                    <a:pt x="225" y="899"/>
                  </a:lnTo>
                  <a:lnTo>
                    <a:pt x="65" y="1220"/>
                  </a:lnTo>
                  <a:lnTo>
                    <a:pt x="0" y="1701"/>
                  </a:lnTo>
                  <a:lnTo>
                    <a:pt x="0" y="2022"/>
                  </a:lnTo>
                  <a:cubicBezTo>
                    <a:pt x="24" y="2132"/>
                    <a:pt x="56" y="2239"/>
                    <a:pt x="97" y="2343"/>
                  </a:cubicBezTo>
                  <a:cubicBezTo>
                    <a:pt x="170" y="2423"/>
                    <a:pt x="285" y="2449"/>
                    <a:pt x="386" y="2408"/>
                  </a:cubicBezTo>
                  <a:lnTo>
                    <a:pt x="578" y="2183"/>
                  </a:lnTo>
                  <a:cubicBezTo>
                    <a:pt x="532" y="2139"/>
                    <a:pt x="499" y="2084"/>
                    <a:pt x="482" y="2022"/>
                  </a:cubicBezTo>
                  <a:cubicBezTo>
                    <a:pt x="352" y="1715"/>
                    <a:pt x="352" y="1367"/>
                    <a:pt x="482" y="1059"/>
                  </a:cubicBezTo>
                  <a:lnTo>
                    <a:pt x="739" y="257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9B5D16D-769B-8C45-1354-1EF1C3CCB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605"/>
              <a:ext cx="261" cy="736"/>
            </a:xfrm>
            <a:custGeom>
              <a:avLst/>
              <a:gdLst>
                <a:gd name="T0" fmla="*/ 867 w 867"/>
                <a:gd name="T1" fmla="*/ 0 h 2449"/>
                <a:gd name="T2" fmla="*/ 450 w 867"/>
                <a:gd name="T3" fmla="*/ 481 h 2449"/>
                <a:gd name="T4" fmla="*/ 225 w 867"/>
                <a:gd name="T5" fmla="*/ 899 h 2449"/>
                <a:gd name="T6" fmla="*/ 65 w 867"/>
                <a:gd name="T7" fmla="*/ 1220 h 2449"/>
                <a:gd name="T8" fmla="*/ 0 w 867"/>
                <a:gd name="T9" fmla="*/ 1701 h 2449"/>
                <a:gd name="T10" fmla="*/ 0 w 867"/>
                <a:gd name="T11" fmla="*/ 2022 h 2449"/>
                <a:gd name="T12" fmla="*/ 97 w 867"/>
                <a:gd name="T13" fmla="*/ 2343 h 2449"/>
                <a:gd name="T14" fmla="*/ 386 w 867"/>
                <a:gd name="T15" fmla="*/ 2408 h 2449"/>
                <a:gd name="T16" fmla="*/ 578 w 867"/>
                <a:gd name="T17" fmla="*/ 2183 h 2449"/>
                <a:gd name="T18" fmla="*/ 482 w 867"/>
                <a:gd name="T19" fmla="*/ 2022 h 2449"/>
                <a:gd name="T20" fmla="*/ 482 w 867"/>
                <a:gd name="T21" fmla="*/ 1059 h 2449"/>
                <a:gd name="T22" fmla="*/ 739 w 867"/>
                <a:gd name="T23" fmla="*/ 257 h 2449"/>
                <a:gd name="T24" fmla="*/ 867 w 867"/>
                <a:gd name="T25" fmla="*/ 0 h 2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7" h="2449">
                  <a:moveTo>
                    <a:pt x="867" y="0"/>
                  </a:moveTo>
                  <a:lnTo>
                    <a:pt x="450" y="481"/>
                  </a:lnTo>
                  <a:lnTo>
                    <a:pt x="225" y="899"/>
                  </a:lnTo>
                  <a:lnTo>
                    <a:pt x="65" y="1220"/>
                  </a:lnTo>
                  <a:lnTo>
                    <a:pt x="0" y="1701"/>
                  </a:lnTo>
                  <a:lnTo>
                    <a:pt x="0" y="2022"/>
                  </a:lnTo>
                  <a:cubicBezTo>
                    <a:pt x="24" y="2132"/>
                    <a:pt x="56" y="2239"/>
                    <a:pt x="97" y="2343"/>
                  </a:cubicBezTo>
                  <a:cubicBezTo>
                    <a:pt x="170" y="2423"/>
                    <a:pt x="285" y="2449"/>
                    <a:pt x="386" y="2408"/>
                  </a:cubicBezTo>
                  <a:lnTo>
                    <a:pt x="578" y="2183"/>
                  </a:lnTo>
                  <a:cubicBezTo>
                    <a:pt x="532" y="2139"/>
                    <a:pt x="499" y="2084"/>
                    <a:pt x="482" y="2022"/>
                  </a:cubicBezTo>
                  <a:cubicBezTo>
                    <a:pt x="352" y="1715"/>
                    <a:pt x="352" y="1367"/>
                    <a:pt x="482" y="1059"/>
                  </a:cubicBezTo>
                  <a:lnTo>
                    <a:pt x="739" y="257"/>
                  </a:lnTo>
                  <a:lnTo>
                    <a:pt x="867" y="0"/>
                  </a:lnTo>
                  <a:close/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B2C33160-0592-3C5D-2675-E22BBE43A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1071"/>
              <a:ext cx="294" cy="103"/>
            </a:xfrm>
            <a:custGeom>
              <a:avLst/>
              <a:gdLst>
                <a:gd name="T0" fmla="*/ 2 w 294"/>
                <a:gd name="T1" fmla="*/ 37 h 103"/>
                <a:gd name="T2" fmla="*/ 151 w 294"/>
                <a:gd name="T3" fmla="*/ 9 h 103"/>
                <a:gd name="T4" fmla="*/ 291 w 294"/>
                <a:gd name="T5" fmla="*/ 66 h 103"/>
                <a:gd name="T6" fmla="*/ 142 w 294"/>
                <a:gd name="T7" fmla="*/ 95 h 103"/>
                <a:gd name="T8" fmla="*/ 2 w 294"/>
                <a:gd name="T9" fmla="*/ 3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103">
                  <a:moveTo>
                    <a:pt x="2" y="37"/>
                  </a:moveTo>
                  <a:cubicBezTo>
                    <a:pt x="4" y="13"/>
                    <a:pt x="71" y="0"/>
                    <a:pt x="151" y="9"/>
                  </a:cubicBezTo>
                  <a:cubicBezTo>
                    <a:pt x="231" y="16"/>
                    <a:pt x="294" y="42"/>
                    <a:pt x="291" y="66"/>
                  </a:cubicBezTo>
                  <a:cubicBezTo>
                    <a:pt x="289" y="90"/>
                    <a:pt x="222" y="103"/>
                    <a:pt x="142" y="95"/>
                  </a:cubicBezTo>
                  <a:cubicBezTo>
                    <a:pt x="62" y="87"/>
                    <a:pt x="0" y="61"/>
                    <a:pt x="2" y="37"/>
                  </a:cubicBez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DBC6A2B-9ECA-8926-B396-77302C6E8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575"/>
              <a:ext cx="211" cy="197"/>
            </a:xfrm>
            <a:custGeom>
              <a:avLst/>
              <a:gdLst>
                <a:gd name="T0" fmla="*/ 23 w 211"/>
                <a:gd name="T1" fmla="*/ 170 h 197"/>
                <a:gd name="T2" fmla="*/ 64 w 211"/>
                <a:gd name="T3" fmla="*/ 51 h 197"/>
                <a:gd name="T4" fmla="*/ 189 w 211"/>
                <a:gd name="T5" fmla="*/ 27 h 197"/>
                <a:gd name="T6" fmla="*/ 147 w 211"/>
                <a:gd name="T7" fmla="*/ 146 h 197"/>
                <a:gd name="T8" fmla="*/ 23 w 211"/>
                <a:gd name="T9" fmla="*/ 17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197">
                  <a:moveTo>
                    <a:pt x="23" y="170"/>
                  </a:moveTo>
                  <a:cubicBezTo>
                    <a:pt x="0" y="144"/>
                    <a:pt x="18" y="91"/>
                    <a:pt x="64" y="51"/>
                  </a:cubicBezTo>
                  <a:cubicBezTo>
                    <a:pt x="110" y="11"/>
                    <a:pt x="166" y="0"/>
                    <a:pt x="189" y="27"/>
                  </a:cubicBezTo>
                  <a:cubicBezTo>
                    <a:pt x="211" y="53"/>
                    <a:pt x="193" y="106"/>
                    <a:pt x="147" y="146"/>
                  </a:cubicBezTo>
                  <a:cubicBezTo>
                    <a:pt x="101" y="185"/>
                    <a:pt x="46" y="197"/>
                    <a:pt x="23" y="170"/>
                  </a:cubicBez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3C5C57CC-E4E0-F135-9CF3-325344B75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1" y="608"/>
              <a:ext cx="254" cy="142"/>
            </a:xfrm>
            <a:custGeom>
              <a:avLst/>
              <a:gdLst>
                <a:gd name="T0" fmla="*/ 4 w 254"/>
                <a:gd name="T1" fmla="*/ 56 h 142"/>
                <a:gd name="T2" fmla="*/ 135 w 254"/>
                <a:gd name="T3" fmla="*/ 9 h 142"/>
                <a:gd name="T4" fmla="*/ 250 w 254"/>
                <a:gd name="T5" fmla="*/ 86 h 142"/>
                <a:gd name="T6" fmla="*/ 119 w 254"/>
                <a:gd name="T7" fmla="*/ 133 h 142"/>
                <a:gd name="T8" fmla="*/ 4 w 254"/>
                <a:gd name="T9" fmla="*/ 56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42">
                  <a:moveTo>
                    <a:pt x="4" y="56"/>
                  </a:moveTo>
                  <a:cubicBezTo>
                    <a:pt x="8" y="21"/>
                    <a:pt x="67" y="0"/>
                    <a:pt x="135" y="9"/>
                  </a:cubicBezTo>
                  <a:cubicBezTo>
                    <a:pt x="203" y="17"/>
                    <a:pt x="254" y="52"/>
                    <a:pt x="250" y="86"/>
                  </a:cubicBezTo>
                  <a:cubicBezTo>
                    <a:pt x="246" y="121"/>
                    <a:pt x="187" y="142"/>
                    <a:pt x="119" y="133"/>
                  </a:cubicBezTo>
                  <a:cubicBezTo>
                    <a:pt x="51" y="125"/>
                    <a:pt x="0" y="90"/>
                    <a:pt x="4" y="56"/>
                  </a:cubicBez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7013C604-A49E-9F3A-6427-1A0745A5F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1103"/>
              <a:ext cx="147" cy="348"/>
            </a:xfrm>
            <a:custGeom>
              <a:avLst/>
              <a:gdLst>
                <a:gd name="T0" fmla="*/ 2 w 147"/>
                <a:gd name="T1" fmla="*/ 173 h 348"/>
                <a:gd name="T2" fmla="*/ 77 w 147"/>
                <a:gd name="T3" fmla="*/ 1 h 348"/>
                <a:gd name="T4" fmla="*/ 146 w 147"/>
                <a:gd name="T5" fmla="*/ 175 h 348"/>
                <a:gd name="T6" fmla="*/ 71 w 147"/>
                <a:gd name="T7" fmla="*/ 347 h 348"/>
                <a:gd name="T8" fmla="*/ 2 w 147"/>
                <a:gd name="T9" fmla="*/ 173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348">
                  <a:moveTo>
                    <a:pt x="2" y="173"/>
                  </a:moveTo>
                  <a:cubicBezTo>
                    <a:pt x="4" y="77"/>
                    <a:pt x="37" y="0"/>
                    <a:pt x="77" y="1"/>
                  </a:cubicBezTo>
                  <a:cubicBezTo>
                    <a:pt x="117" y="1"/>
                    <a:pt x="147" y="80"/>
                    <a:pt x="146" y="175"/>
                  </a:cubicBezTo>
                  <a:cubicBezTo>
                    <a:pt x="144" y="271"/>
                    <a:pt x="111" y="348"/>
                    <a:pt x="71" y="347"/>
                  </a:cubicBezTo>
                  <a:cubicBezTo>
                    <a:pt x="31" y="347"/>
                    <a:pt x="0" y="268"/>
                    <a:pt x="2" y="173"/>
                  </a:cubicBez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6156" name="Picture 12">
              <a:extLst>
                <a:ext uri="{FF2B5EF4-FFF2-40B4-BE49-F238E27FC236}">
                  <a16:creationId xmlns:a16="http://schemas.microsoft.com/office/drawing/2014/main" id="{8ECF5B45-4668-71A6-1525-5D0E8B314D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5" y="1715"/>
              <a:ext cx="1140" cy="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7" name="Picture 13">
              <a:extLst>
                <a:ext uri="{FF2B5EF4-FFF2-40B4-BE49-F238E27FC236}">
                  <a16:creationId xmlns:a16="http://schemas.microsoft.com/office/drawing/2014/main" id="{680A582F-F4B7-D8E1-0726-CABAA84288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5" y="1715"/>
              <a:ext cx="1140" cy="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C41B638-122C-DEF7-913A-9AF35F26F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1717"/>
              <a:ext cx="1131" cy="1616"/>
            </a:xfrm>
            <a:custGeom>
              <a:avLst/>
              <a:gdLst>
                <a:gd name="T0" fmla="*/ 1704 w 3765"/>
                <a:gd name="T1" fmla="*/ 848 h 5380"/>
                <a:gd name="T2" fmla="*/ 1736 w 3765"/>
                <a:gd name="T3" fmla="*/ 575 h 5380"/>
                <a:gd name="T4" fmla="*/ 1960 w 3765"/>
                <a:gd name="T5" fmla="*/ 141 h 5380"/>
                <a:gd name="T6" fmla="*/ 2763 w 3765"/>
                <a:gd name="T7" fmla="*/ 206 h 5380"/>
                <a:gd name="T8" fmla="*/ 3341 w 3765"/>
                <a:gd name="T9" fmla="*/ 848 h 5380"/>
                <a:gd name="T10" fmla="*/ 3566 w 3765"/>
                <a:gd name="T11" fmla="*/ 1490 h 5380"/>
                <a:gd name="T12" fmla="*/ 3630 w 3765"/>
                <a:gd name="T13" fmla="*/ 2293 h 5380"/>
                <a:gd name="T14" fmla="*/ 3646 w 3765"/>
                <a:gd name="T15" fmla="*/ 3577 h 5380"/>
                <a:gd name="T16" fmla="*/ 3405 w 3765"/>
                <a:gd name="T17" fmla="*/ 4058 h 5380"/>
                <a:gd name="T18" fmla="*/ 3084 w 3765"/>
                <a:gd name="T19" fmla="*/ 4540 h 5380"/>
                <a:gd name="T20" fmla="*/ 2763 w 3765"/>
                <a:gd name="T21" fmla="*/ 4957 h 5380"/>
                <a:gd name="T22" fmla="*/ 2442 w 3765"/>
                <a:gd name="T23" fmla="*/ 5182 h 5380"/>
                <a:gd name="T24" fmla="*/ 997 w 3765"/>
                <a:gd name="T25" fmla="*/ 4781 h 5380"/>
                <a:gd name="T26" fmla="*/ 676 w 3765"/>
                <a:gd name="T27" fmla="*/ 4444 h 5380"/>
                <a:gd name="T28" fmla="*/ 355 w 3765"/>
                <a:gd name="T29" fmla="*/ 3994 h 5380"/>
                <a:gd name="T30" fmla="*/ 130 w 3765"/>
                <a:gd name="T31" fmla="*/ 3497 h 5380"/>
                <a:gd name="T32" fmla="*/ 114 w 3765"/>
                <a:gd name="T33" fmla="*/ 2774 h 5380"/>
                <a:gd name="T34" fmla="*/ 307 w 3765"/>
                <a:gd name="T35" fmla="*/ 2453 h 5380"/>
                <a:gd name="T36" fmla="*/ 676 w 3765"/>
                <a:gd name="T37" fmla="*/ 2132 h 5380"/>
                <a:gd name="T38" fmla="*/ 997 w 3765"/>
                <a:gd name="T39" fmla="*/ 1923 h 5380"/>
                <a:gd name="T40" fmla="*/ 1318 w 3765"/>
                <a:gd name="T41" fmla="*/ 1650 h 5380"/>
                <a:gd name="T42" fmla="*/ 1591 w 3765"/>
                <a:gd name="T43" fmla="*/ 1249 h 5380"/>
                <a:gd name="T44" fmla="*/ 1704 w 3765"/>
                <a:gd name="T45" fmla="*/ 848 h 5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765" h="5380">
                  <a:moveTo>
                    <a:pt x="1704" y="848"/>
                  </a:moveTo>
                  <a:lnTo>
                    <a:pt x="1736" y="575"/>
                  </a:lnTo>
                  <a:cubicBezTo>
                    <a:pt x="1713" y="398"/>
                    <a:pt x="1802" y="225"/>
                    <a:pt x="1960" y="141"/>
                  </a:cubicBezTo>
                  <a:cubicBezTo>
                    <a:pt x="2217" y="0"/>
                    <a:pt x="2533" y="25"/>
                    <a:pt x="2763" y="206"/>
                  </a:cubicBezTo>
                  <a:cubicBezTo>
                    <a:pt x="2984" y="392"/>
                    <a:pt x="3179" y="608"/>
                    <a:pt x="3341" y="848"/>
                  </a:cubicBezTo>
                  <a:cubicBezTo>
                    <a:pt x="3432" y="1056"/>
                    <a:pt x="3508" y="1270"/>
                    <a:pt x="3566" y="1490"/>
                  </a:cubicBezTo>
                  <a:lnTo>
                    <a:pt x="3630" y="2293"/>
                  </a:lnTo>
                  <a:cubicBezTo>
                    <a:pt x="3759" y="2710"/>
                    <a:pt x="3765" y="3156"/>
                    <a:pt x="3646" y="3577"/>
                  </a:cubicBezTo>
                  <a:lnTo>
                    <a:pt x="3405" y="4058"/>
                  </a:lnTo>
                  <a:lnTo>
                    <a:pt x="3084" y="4540"/>
                  </a:lnTo>
                  <a:lnTo>
                    <a:pt x="2763" y="4957"/>
                  </a:lnTo>
                  <a:cubicBezTo>
                    <a:pt x="2685" y="5067"/>
                    <a:pt x="2572" y="5146"/>
                    <a:pt x="2442" y="5182"/>
                  </a:cubicBezTo>
                  <a:cubicBezTo>
                    <a:pt x="1925" y="5380"/>
                    <a:pt x="1339" y="5217"/>
                    <a:pt x="997" y="4781"/>
                  </a:cubicBezTo>
                  <a:lnTo>
                    <a:pt x="676" y="4444"/>
                  </a:lnTo>
                  <a:lnTo>
                    <a:pt x="355" y="3994"/>
                  </a:lnTo>
                  <a:lnTo>
                    <a:pt x="130" y="3497"/>
                  </a:lnTo>
                  <a:cubicBezTo>
                    <a:pt x="6" y="3273"/>
                    <a:pt x="0" y="3003"/>
                    <a:pt x="114" y="2774"/>
                  </a:cubicBezTo>
                  <a:lnTo>
                    <a:pt x="307" y="2453"/>
                  </a:lnTo>
                  <a:cubicBezTo>
                    <a:pt x="402" y="2317"/>
                    <a:pt x="528" y="2207"/>
                    <a:pt x="676" y="2132"/>
                  </a:cubicBezTo>
                  <a:lnTo>
                    <a:pt x="997" y="1923"/>
                  </a:lnTo>
                  <a:lnTo>
                    <a:pt x="1318" y="1650"/>
                  </a:lnTo>
                  <a:cubicBezTo>
                    <a:pt x="1417" y="1522"/>
                    <a:pt x="1508" y="1388"/>
                    <a:pt x="1591" y="1249"/>
                  </a:cubicBezTo>
                  <a:lnTo>
                    <a:pt x="1704" y="848"/>
                  </a:lnTo>
                  <a:close/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7B12BC36-61ED-C56E-A6CF-F19B70FBE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2065"/>
              <a:ext cx="454" cy="919"/>
            </a:xfrm>
            <a:custGeom>
              <a:avLst/>
              <a:gdLst>
                <a:gd name="T0" fmla="*/ 1510 w 1510"/>
                <a:gd name="T1" fmla="*/ 0 h 3060"/>
                <a:gd name="T2" fmla="*/ 1451 w 1510"/>
                <a:gd name="T3" fmla="*/ 170 h 3060"/>
                <a:gd name="T4" fmla="*/ 1371 w 1510"/>
                <a:gd name="T5" fmla="*/ 331 h 3060"/>
                <a:gd name="T6" fmla="*/ 1130 w 1510"/>
                <a:gd name="T7" fmla="*/ 491 h 3060"/>
                <a:gd name="T8" fmla="*/ 809 w 1510"/>
                <a:gd name="T9" fmla="*/ 764 h 3060"/>
                <a:gd name="T10" fmla="*/ 729 w 1510"/>
                <a:gd name="T11" fmla="*/ 973 h 3060"/>
                <a:gd name="T12" fmla="*/ 809 w 1510"/>
                <a:gd name="T13" fmla="*/ 1214 h 3060"/>
                <a:gd name="T14" fmla="*/ 649 w 1510"/>
                <a:gd name="T15" fmla="*/ 1840 h 3060"/>
                <a:gd name="T16" fmla="*/ 424 w 1510"/>
                <a:gd name="T17" fmla="*/ 2257 h 3060"/>
                <a:gd name="T18" fmla="*/ 167 w 1510"/>
                <a:gd name="T19" fmla="*/ 2578 h 3060"/>
                <a:gd name="T20" fmla="*/ 71 w 1510"/>
                <a:gd name="T21" fmla="*/ 3060 h 3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10" h="3060">
                  <a:moveTo>
                    <a:pt x="1510" y="0"/>
                  </a:moveTo>
                  <a:lnTo>
                    <a:pt x="1451" y="170"/>
                  </a:lnTo>
                  <a:cubicBezTo>
                    <a:pt x="1434" y="228"/>
                    <a:pt x="1407" y="282"/>
                    <a:pt x="1371" y="331"/>
                  </a:cubicBezTo>
                  <a:cubicBezTo>
                    <a:pt x="1287" y="379"/>
                    <a:pt x="1207" y="432"/>
                    <a:pt x="1130" y="491"/>
                  </a:cubicBezTo>
                  <a:lnTo>
                    <a:pt x="809" y="764"/>
                  </a:lnTo>
                  <a:cubicBezTo>
                    <a:pt x="762" y="824"/>
                    <a:pt x="734" y="897"/>
                    <a:pt x="729" y="973"/>
                  </a:cubicBezTo>
                  <a:lnTo>
                    <a:pt x="809" y="1214"/>
                  </a:lnTo>
                  <a:cubicBezTo>
                    <a:pt x="786" y="1429"/>
                    <a:pt x="732" y="1640"/>
                    <a:pt x="649" y="1840"/>
                  </a:cubicBezTo>
                  <a:lnTo>
                    <a:pt x="424" y="2257"/>
                  </a:lnTo>
                  <a:lnTo>
                    <a:pt x="167" y="2578"/>
                  </a:lnTo>
                  <a:cubicBezTo>
                    <a:pt x="39" y="2704"/>
                    <a:pt x="0" y="2895"/>
                    <a:pt x="71" y="3060"/>
                  </a:cubicBezTo>
                </a:path>
              </a:pathLst>
            </a:custGeom>
            <a:noFill/>
            <a:ln w="381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98F3EA5E-2391-5722-51A1-A6766C259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" y="2294"/>
              <a:ext cx="362" cy="352"/>
            </a:xfrm>
            <a:custGeom>
              <a:avLst/>
              <a:gdLst>
                <a:gd name="T0" fmla="*/ 0 w 1204"/>
                <a:gd name="T1" fmla="*/ 1172 h 1172"/>
                <a:gd name="T2" fmla="*/ 80 w 1204"/>
                <a:gd name="T3" fmla="*/ 915 h 1172"/>
                <a:gd name="T4" fmla="*/ 305 w 1204"/>
                <a:gd name="T5" fmla="*/ 691 h 1172"/>
                <a:gd name="T6" fmla="*/ 723 w 1204"/>
                <a:gd name="T7" fmla="*/ 434 h 1172"/>
                <a:gd name="T8" fmla="*/ 968 w 1204"/>
                <a:gd name="T9" fmla="*/ 204 h 1172"/>
                <a:gd name="T10" fmla="*/ 1204 w 1204"/>
                <a:gd name="T11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4" h="1172">
                  <a:moveTo>
                    <a:pt x="0" y="1172"/>
                  </a:moveTo>
                  <a:lnTo>
                    <a:pt x="80" y="915"/>
                  </a:lnTo>
                  <a:cubicBezTo>
                    <a:pt x="158" y="843"/>
                    <a:pt x="233" y="768"/>
                    <a:pt x="305" y="691"/>
                  </a:cubicBezTo>
                  <a:lnTo>
                    <a:pt x="723" y="434"/>
                  </a:lnTo>
                  <a:cubicBezTo>
                    <a:pt x="807" y="360"/>
                    <a:pt x="889" y="283"/>
                    <a:pt x="968" y="204"/>
                  </a:cubicBezTo>
                  <a:cubicBezTo>
                    <a:pt x="1057" y="149"/>
                    <a:pt x="1136" y="80"/>
                    <a:pt x="1204" y="0"/>
                  </a:cubicBezTo>
                </a:path>
              </a:pathLst>
            </a:custGeom>
            <a:noFill/>
            <a:ln w="381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411EFBBA-6514-244D-BFBB-8E4B441BC3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4" y="2425"/>
              <a:ext cx="49" cy="125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94B046E6-D4AE-47CC-0F32-890D483C9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08"/>
              <a:ext cx="171" cy="113"/>
            </a:xfrm>
            <a:custGeom>
              <a:avLst/>
              <a:gdLst>
                <a:gd name="T0" fmla="*/ 0 w 171"/>
                <a:gd name="T1" fmla="*/ 113 h 113"/>
                <a:gd name="T2" fmla="*/ 167 w 171"/>
                <a:gd name="T3" fmla="*/ 0 h 113"/>
                <a:gd name="T4" fmla="*/ 171 w 171"/>
                <a:gd name="T5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1" h="113">
                  <a:moveTo>
                    <a:pt x="0" y="113"/>
                  </a:moveTo>
                  <a:cubicBezTo>
                    <a:pt x="25" y="52"/>
                    <a:pt x="100" y="1"/>
                    <a:pt x="167" y="0"/>
                  </a:cubicBezTo>
                  <a:cubicBezTo>
                    <a:pt x="168" y="0"/>
                    <a:pt x="169" y="0"/>
                    <a:pt x="171" y="0"/>
                  </a:cubicBezTo>
                </a:path>
              </a:pathLst>
            </a:custGeom>
            <a:noFill/>
            <a:ln w="381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1FBE52C7-8B0D-D985-A899-20ECAAABB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1" y="2637"/>
              <a:ext cx="421" cy="534"/>
            </a:xfrm>
            <a:custGeom>
              <a:avLst/>
              <a:gdLst>
                <a:gd name="T0" fmla="*/ 0 w 1398"/>
                <a:gd name="T1" fmla="*/ 1777 h 1777"/>
                <a:gd name="T2" fmla="*/ 378 w 1398"/>
                <a:gd name="T3" fmla="*/ 1474 h 1777"/>
                <a:gd name="T4" fmla="*/ 605 w 1398"/>
                <a:gd name="T5" fmla="*/ 1247 h 1777"/>
                <a:gd name="T6" fmla="*/ 718 w 1398"/>
                <a:gd name="T7" fmla="*/ 1058 h 1777"/>
                <a:gd name="T8" fmla="*/ 869 w 1398"/>
                <a:gd name="T9" fmla="*/ 567 h 1777"/>
                <a:gd name="T10" fmla="*/ 1020 w 1398"/>
                <a:gd name="T11" fmla="*/ 287 h 1777"/>
                <a:gd name="T12" fmla="*/ 1134 w 1398"/>
                <a:gd name="T13" fmla="*/ 189 h 1777"/>
                <a:gd name="T14" fmla="*/ 1323 w 1398"/>
                <a:gd name="T15" fmla="*/ 114 h 1777"/>
                <a:gd name="T16" fmla="*/ 1398 w 1398"/>
                <a:gd name="T17" fmla="*/ 0 h 1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8" h="1777">
                  <a:moveTo>
                    <a:pt x="0" y="1777"/>
                  </a:moveTo>
                  <a:lnTo>
                    <a:pt x="378" y="1474"/>
                  </a:lnTo>
                  <a:lnTo>
                    <a:pt x="605" y="1247"/>
                  </a:lnTo>
                  <a:lnTo>
                    <a:pt x="718" y="1058"/>
                  </a:lnTo>
                  <a:cubicBezTo>
                    <a:pt x="758" y="892"/>
                    <a:pt x="808" y="727"/>
                    <a:pt x="869" y="567"/>
                  </a:cubicBezTo>
                  <a:lnTo>
                    <a:pt x="1020" y="287"/>
                  </a:lnTo>
                  <a:lnTo>
                    <a:pt x="1134" y="189"/>
                  </a:lnTo>
                  <a:lnTo>
                    <a:pt x="1323" y="114"/>
                  </a:lnTo>
                  <a:lnTo>
                    <a:pt x="1398" y="0"/>
                  </a:ln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CB913DE3-009E-E672-823F-7E31ADCEF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2115"/>
              <a:ext cx="155" cy="1136"/>
            </a:xfrm>
            <a:custGeom>
              <a:avLst/>
              <a:gdLst>
                <a:gd name="T0" fmla="*/ 340 w 515"/>
                <a:gd name="T1" fmla="*/ 0 h 3779"/>
                <a:gd name="T2" fmla="*/ 430 w 515"/>
                <a:gd name="T3" fmla="*/ 415 h 3779"/>
                <a:gd name="T4" fmla="*/ 506 w 515"/>
                <a:gd name="T5" fmla="*/ 529 h 3779"/>
                <a:gd name="T6" fmla="*/ 415 w 515"/>
                <a:gd name="T7" fmla="*/ 945 h 3779"/>
                <a:gd name="T8" fmla="*/ 37 w 515"/>
                <a:gd name="T9" fmla="*/ 1738 h 3779"/>
                <a:gd name="T10" fmla="*/ 37 w 515"/>
                <a:gd name="T11" fmla="*/ 2116 h 3779"/>
                <a:gd name="T12" fmla="*/ 0 w 515"/>
                <a:gd name="T13" fmla="*/ 2948 h 3779"/>
                <a:gd name="T14" fmla="*/ 204 w 515"/>
                <a:gd name="T15" fmla="*/ 3137 h 3779"/>
                <a:gd name="T16" fmla="*/ 264 w 515"/>
                <a:gd name="T17" fmla="*/ 3326 h 3779"/>
                <a:gd name="T18" fmla="*/ 264 w 515"/>
                <a:gd name="T19" fmla="*/ 3779 h 3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5" h="3779">
                  <a:moveTo>
                    <a:pt x="340" y="0"/>
                  </a:moveTo>
                  <a:cubicBezTo>
                    <a:pt x="335" y="144"/>
                    <a:pt x="366" y="287"/>
                    <a:pt x="430" y="415"/>
                  </a:cubicBezTo>
                  <a:lnTo>
                    <a:pt x="506" y="529"/>
                  </a:lnTo>
                  <a:cubicBezTo>
                    <a:pt x="515" y="673"/>
                    <a:pt x="483" y="817"/>
                    <a:pt x="415" y="945"/>
                  </a:cubicBezTo>
                  <a:lnTo>
                    <a:pt x="37" y="1738"/>
                  </a:lnTo>
                  <a:lnTo>
                    <a:pt x="37" y="2116"/>
                  </a:lnTo>
                  <a:lnTo>
                    <a:pt x="0" y="2948"/>
                  </a:lnTo>
                  <a:cubicBezTo>
                    <a:pt x="41" y="3035"/>
                    <a:pt x="114" y="3102"/>
                    <a:pt x="204" y="3137"/>
                  </a:cubicBezTo>
                  <a:cubicBezTo>
                    <a:pt x="240" y="3193"/>
                    <a:pt x="260" y="3258"/>
                    <a:pt x="264" y="3326"/>
                  </a:cubicBezTo>
                  <a:lnTo>
                    <a:pt x="264" y="3779"/>
                  </a:ln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D3A94B09-0900-AC92-FDD0-2C6E1970B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3001"/>
              <a:ext cx="125" cy="238"/>
            </a:xfrm>
            <a:custGeom>
              <a:avLst/>
              <a:gdLst>
                <a:gd name="T0" fmla="*/ 0 w 416"/>
                <a:gd name="T1" fmla="*/ 793 h 793"/>
                <a:gd name="T2" fmla="*/ 340 w 416"/>
                <a:gd name="T3" fmla="*/ 491 h 793"/>
                <a:gd name="T4" fmla="*/ 340 w 416"/>
                <a:gd name="T5" fmla="*/ 226 h 793"/>
                <a:gd name="T6" fmla="*/ 416 w 416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6" h="793">
                  <a:moveTo>
                    <a:pt x="0" y="793"/>
                  </a:moveTo>
                  <a:lnTo>
                    <a:pt x="340" y="491"/>
                  </a:lnTo>
                  <a:cubicBezTo>
                    <a:pt x="364" y="404"/>
                    <a:pt x="364" y="313"/>
                    <a:pt x="340" y="226"/>
                  </a:cubicBezTo>
                  <a:lnTo>
                    <a:pt x="416" y="0"/>
                  </a:ln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3D27D7B8-3A24-7502-E189-952A66B929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8" y="3148"/>
              <a:ext cx="0" cy="103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5E63A239-ACA2-1B69-4A30-2BDC5F46E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3" y="2274"/>
              <a:ext cx="438" cy="647"/>
            </a:xfrm>
            <a:custGeom>
              <a:avLst/>
              <a:gdLst>
                <a:gd name="T0" fmla="*/ 1459 w 1459"/>
                <a:gd name="T1" fmla="*/ 2154 h 2154"/>
                <a:gd name="T2" fmla="*/ 1270 w 1459"/>
                <a:gd name="T3" fmla="*/ 1814 h 2154"/>
                <a:gd name="T4" fmla="*/ 1081 w 1459"/>
                <a:gd name="T5" fmla="*/ 1512 h 2154"/>
                <a:gd name="T6" fmla="*/ 779 w 1459"/>
                <a:gd name="T7" fmla="*/ 1134 h 2154"/>
                <a:gd name="T8" fmla="*/ 476 w 1459"/>
                <a:gd name="T9" fmla="*/ 718 h 2154"/>
                <a:gd name="T10" fmla="*/ 250 w 1459"/>
                <a:gd name="T11" fmla="*/ 340 h 2154"/>
                <a:gd name="T12" fmla="*/ 0 w 1459"/>
                <a:gd name="T13" fmla="*/ 0 h 2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9" h="2154">
                  <a:moveTo>
                    <a:pt x="1459" y="2154"/>
                  </a:moveTo>
                  <a:lnTo>
                    <a:pt x="1270" y="1814"/>
                  </a:lnTo>
                  <a:cubicBezTo>
                    <a:pt x="1210" y="1711"/>
                    <a:pt x="1147" y="1611"/>
                    <a:pt x="1081" y="1512"/>
                  </a:cubicBezTo>
                  <a:lnTo>
                    <a:pt x="779" y="1134"/>
                  </a:lnTo>
                  <a:lnTo>
                    <a:pt x="476" y="718"/>
                  </a:lnTo>
                  <a:lnTo>
                    <a:pt x="250" y="340"/>
                  </a:lnTo>
                  <a:lnTo>
                    <a:pt x="0" y="0"/>
                  </a:ln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8189ACB5-AAA4-8441-DF7A-AEDCB8A47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2623"/>
              <a:ext cx="28" cy="173"/>
            </a:xfrm>
            <a:custGeom>
              <a:avLst/>
              <a:gdLst>
                <a:gd name="T0" fmla="*/ 0 w 28"/>
                <a:gd name="T1" fmla="*/ 0 h 173"/>
                <a:gd name="T2" fmla="*/ 28 w 28"/>
                <a:gd name="T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" h="173">
                  <a:moveTo>
                    <a:pt x="0" y="0"/>
                  </a:moveTo>
                  <a:cubicBezTo>
                    <a:pt x="14" y="57"/>
                    <a:pt x="23" y="115"/>
                    <a:pt x="28" y="173"/>
                  </a:cubicBezTo>
                </a:path>
              </a:pathLst>
            </a:custGeom>
            <a:noFill/>
            <a:ln w="381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BA0F7B07-BC55-EB7E-B890-A01FB8D2E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" y="2470"/>
              <a:ext cx="146" cy="883"/>
            </a:xfrm>
            <a:custGeom>
              <a:avLst/>
              <a:gdLst>
                <a:gd name="T0" fmla="*/ 296 w 487"/>
                <a:gd name="T1" fmla="*/ 0 h 2940"/>
                <a:gd name="T2" fmla="*/ 261 w 487"/>
                <a:gd name="T3" fmla="*/ 521 h 2940"/>
                <a:gd name="T4" fmla="*/ 147 w 487"/>
                <a:gd name="T5" fmla="*/ 862 h 2940"/>
                <a:gd name="T6" fmla="*/ 34 w 487"/>
                <a:gd name="T7" fmla="*/ 1164 h 2940"/>
                <a:gd name="T8" fmla="*/ 185 w 487"/>
                <a:gd name="T9" fmla="*/ 1504 h 2940"/>
                <a:gd name="T10" fmla="*/ 346 w 487"/>
                <a:gd name="T11" fmla="*/ 1939 h 2940"/>
                <a:gd name="T12" fmla="*/ 336 w 487"/>
                <a:gd name="T13" fmla="*/ 1958 h 2940"/>
                <a:gd name="T14" fmla="*/ 412 w 487"/>
                <a:gd name="T15" fmla="*/ 2411 h 2940"/>
                <a:gd name="T16" fmla="*/ 487 w 487"/>
                <a:gd name="T17" fmla="*/ 2509 h 2940"/>
                <a:gd name="T18" fmla="*/ 412 w 487"/>
                <a:gd name="T19" fmla="*/ 2940 h 2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7" h="2940">
                  <a:moveTo>
                    <a:pt x="296" y="0"/>
                  </a:moveTo>
                  <a:cubicBezTo>
                    <a:pt x="309" y="175"/>
                    <a:pt x="297" y="350"/>
                    <a:pt x="261" y="521"/>
                  </a:cubicBezTo>
                  <a:lnTo>
                    <a:pt x="147" y="862"/>
                  </a:lnTo>
                  <a:cubicBezTo>
                    <a:pt x="104" y="960"/>
                    <a:pt x="66" y="1061"/>
                    <a:pt x="34" y="1164"/>
                  </a:cubicBezTo>
                  <a:cubicBezTo>
                    <a:pt x="0" y="1299"/>
                    <a:pt x="63" y="1439"/>
                    <a:pt x="185" y="1504"/>
                  </a:cubicBezTo>
                  <a:cubicBezTo>
                    <a:pt x="350" y="1580"/>
                    <a:pt x="421" y="1774"/>
                    <a:pt x="346" y="1939"/>
                  </a:cubicBezTo>
                  <a:cubicBezTo>
                    <a:pt x="343" y="1945"/>
                    <a:pt x="340" y="1951"/>
                    <a:pt x="336" y="1958"/>
                  </a:cubicBezTo>
                  <a:cubicBezTo>
                    <a:pt x="242" y="2106"/>
                    <a:pt x="275" y="2301"/>
                    <a:pt x="412" y="2411"/>
                  </a:cubicBezTo>
                  <a:lnTo>
                    <a:pt x="487" y="2509"/>
                  </a:lnTo>
                  <a:cubicBezTo>
                    <a:pt x="485" y="2656"/>
                    <a:pt x="459" y="2801"/>
                    <a:pt x="412" y="2940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C83F3D1A-2BCD-E306-1C6E-9C0F4B1A4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1" y="3223"/>
              <a:ext cx="84" cy="153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6171" name="Picture 27">
              <a:extLst>
                <a:ext uri="{FF2B5EF4-FFF2-40B4-BE49-F238E27FC236}">
                  <a16:creationId xmlns:a16="http://schemas.microsoft.com/office/drawing/2014/main" id="{754842A2-2F7F-E0D0-83C2-F7DD5153E7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" y="850"/>
              <a:ext cx="827" cy="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72" name="Picture 28">
              <a:extLst>
                <a:ext uri="{FF2B5EF4-FFF2-40B4-BE49-F238E27FC236}">
                  <a16:creationId xmlns:a16="http://schemas.microsoft.com/office/drawing/2014/main" id="{53249E8A-BE69-1831-1ECD-236F494F4F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" y="850"/>
              <a:ext cx="827" cy="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1FD0853-62E5-1051-4B5C-16C1A9E14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855"/>
              <a:ext cx="821" cy="1101"/>
            </a:xfrm>
            <a:custGeom>
              <a:avLst/>
              <a:gdLst>
                <a:gd name="T0" fmla="*/ 245 w 2732"/>
                <a:gd name="T1" fmla="*/ 3553 h 3664"/>
                <a:gd name="T2" fmla="*/ 18 w 2732"/>
                <a:gd name="T3" fmla="*/ 2722 h 3664"/>
                <a:gd name="T4" fmla="*/ 56 w 2732"/>
                <a:gd name="T5" fmla="*/ 1739 h 3664"/>
                <a:gd name="T6" fmla="*/ 320 w 2732"/>
                <a:gd name="T7" fmla="*/ 983 h 3664"/>
                <a:gd name="T8" fmla="*/ 774 w 2732"/>
                <a:gd name="T9" fmla="*/ 454 h 3664"/>
                <a:gd name="T10" fmla="*/ 1152 w 2732"/>
                <a:gd name="T11" fmla="*/ 152 h 3664"/>
                <a:gd name="T12" fmla="*/ 1530 w 2732"/>
                <a:gd name="T13" fmla="*/ 0 h 3664"/>
                <a:gd name="T14" fmla="*/ 1907 w 2732"/>
                <a:gd name="T15" fmla="*/ 0 h 3664"/>
                <a:gd name="T16" fmla="*/ 2285 w 2732"/>
                <a:gd name="T17" fmla="*/ 76 h 3664"/>
                <a:gd name="T18" fmla="*/ 2512 w 2732"/>
                <a:gd name="T19" fmla="*/ 152 h 3664"/>
                <a:gd name="T20" fmla="*/ 2663 w 2732"/>
                <a:gd name="T21" fmla="*/ 681 h 3664"/>
                <a:gd name="T22" fmla="*/ 2437 w 2732"/>
                <a:gd name="T23" fmla="*/ 907 h 3664"/>
                <a:gd name="T24" fmla="*/ 1983 w 2732"/>
                <a:gd name="T25" fmla="*/ 1210 h 3664"/>
                <a:gd name="T26" fmla="*/ 1681 w 2732"/>
                <a:gd name="T27" fmla="*/ 1437 h 3664"/>
                <a:gd name="T28" fmla="*/ 1454 w 2732"/>
                <a:gd name="T29" fmla="*/ 1663 h 3664"/>
                <a:gd name="T30" fmla="*/ 1227 w 2732"/>
                <a:gd name="T31" fmla="*/ 1966 h 3664"/>
                <a:gd name="T32" fmla="*/ 1000 w 2732"/>
                <a:gd name="T33" fmla="*/ 2268 h 3664"/>
                <a:gd name="T34" fmla="*/ 925 w 2732"/>
                <a:gd name="T35" fmla="*/ 2419 h 3664"/>
                <a:gd name="T36" fmla="*/ 622 w 2732"/>
                <a:gd name="T37" fmla="*/ 2948 h 3664"/>
                <a:gd name="T38" fmla="*/ 509 w 2732"/>
                <a:gd name="T39" fmla="*/ 3175 h 3664"/>
                <a:gd name="T40" fmla="*/ 471 w 2732"/>
                <a:gd name="T41" fmla="*/ 3402 h 3664"/>
                <a:gd name="T42" fmla="*/ 471 w 2732"/>
                <a:gd name="T43" fmla="*/ 3553 h 3664"/>
                <a:gd name="T44" fmla="*/ 406 w 2732"/>
                <a:gd name="T45" fmla="*/ 3657 h 3664"/>
                <a:gd name="T46" fmla="*/ 320 w 2732"/>
                <a:gd name="T47" fmla="*/ 3629 h 3664"/>
                <a:gd name="T48" fmla="*/ 245 w 2732"/>
                <a:gd name="T49" fmla="*/ 3553 h 3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32" h="3664">
                  <a:moveTo>
                    <a:pt x="245" y="3553"/>
                  </a:moveTo>
                  <a:lnTo>
                    <a:pt x="18" y="2722"/>
                  </a:lnTo>
                  <a:cubicBezTo>
                    <a:pt x="0" y="2394"/>
                    <a:pt x="13" y="2065"/>
                    <a:pt x="56" y="1739"/>
                  </a:cubicBezTo>
                  <a:lnTo>
                    <a:pt x="320" y="983"/>
                  </a:lnTo>
                  <a:lnTo>
                    <a:pt x="774" y="454"/>
                  </a:lnTo>
                  <a:lnTo>
                    <a:pt x="1152" y="152"/>
                  </a:lnTo>
                  <a:lnTo>
                    <a:pt x="1530" y="0"/>
                  </a:lnTo>
                  <a:lnTo>
                    <a:pt x="1907" y="0"/>
                  </a:lnTo>
                  <a:lnTo>
                    <a:pt x="2285" y="76"/>
                  </a:lnTo>
                  <a:lnTo>
                    <a:pt x="2512" y="152"/>
                  </a:lnTo>
                  <a:cubicBezTo>
                    <a:pt x="2671" y="277"/>
                    <a:pt x="2732" y="490"/>
                    <a:pt x="2663" y="681"/>
                  </a:cubicBezTo>
                  <a:lnTo>
                    <a:pt x="2437" y="907"/>
                  </a:lnTo>
                  <a:lnTo>
                    <a:pt x="1983" y="1210"/>
                  </a:lnTo>
                  <a:lnTo>
                    <a:pt x="1681" y="1437"/>
                  </a:lnTo>
                  <a:lnTo>
                    <a:pt x="1454" y="1663"/>
                  </a:lnTo>
                  <a:lnTo>
                    <a:pt x="1227" y="1966"/>
                  </a:lnTo>
                  <a:cubicBezTo>
                    <a:pt x="1147" y="2063"/>
                    <a:pt x="1072" y="2164"/>
                    <a:pt x="1000" y="2268"/>
                  </a:cubicBezTo>
                  <a:lnTo>
                    <a:pt x="925" y="2419"/>
                  </a:lnTo>
                  <a:cubicBezTo>
                    <a:pt x="816" y="2591"/>
                    <a:pt x="715" y="2768"/>
                    <a:pt x="622" y="2948"/>
                  </a:cubicBezTo>
                  <a:lnTo>
                    <a:pt x="509" y="3175"/>
                  </a:lnTo>
                  <a:lnTo>
                    <a:pt x="471" y="3402"/>
                  </a:lnTo>
                  <a:lnTo>
                    <a:pt x="471" y="3553"/>
                  </a:lnTo>
                  <a:cubicBezTo>
                    <a:pt x="482" y="3600"/>
                    <a:pt x="453" y="3647"/>
                    <a:pt x="406" y="3657"/>
                  </a:cubicBezTo>
                  <a:cubicBezTo>
                    <a:pt x="374" y="3664"/>
                    <a:pt x="341" y="3653"/>
                    <a:pt x="320" y="3629"/>
                  </a:cubicBezTo>
                  <a:lnTo>
                    <a:pt x="245" y="3553"/>
                  </a:lnTo>
                  <a:close/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8770361-CAFC-7970-AADB-2F591D8F9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055"/>
              <a:ext cx="305" cy="81"/>
            </a:xfrm>
            <a:custGeom>
              <a:avLst/>
              <a:gdLst>
                <a:gd name="T0" fmla="*/ 305 w 305"/>
                <a:gd name="T1" fmla="*/ 0 h 81"/>
                <a:gd name="T2" fmla="*/ 0 w 305"/>
                <a:gd name="T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05" h="81">
                  <a:moveTo>
                    <a:pt x="305" y="0"/>
                  </a:moveTo>
                  <a:cubicBezTo>
                    <a:pt x="199" y="5"/>
                    <a:pt x="95" y="33"/>
                    <a:pt x="0" y="81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6175" name="Picture 31">
              <a:extLst>
                <a:ext uri="{FF2B5EF4-FFF2-40B4-BE49-F238E27FC236}">
                  <a16:creationId xmlns:a16="http://schemas.microsoft.com/office/drawing/2014/main" id="{CE4C65A8-B412-8D78-04A6-173CCED0F5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8" y="2057"/>
              <a:ext cx="544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76" name="Picture 32">
              <a:extLst>
                <a:ext uri="{FF2B5EF4-FFF2-40B4-BE49-F238E27FC236}">
                  <a16:creationId xmlns:a16="http://schemas.microsoft.com/office/drawing/2014/main" id="{600F5B29-AF9A-F04F-F443-4CCFC7D391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8" y="2057"/>
              <a:ext cx="544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312BA25D-0612-A9D2-1637-136F49FCB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2" y="2059"/>
              <a:ext cx="537" cy="567"/>
            </a:xfrm>
            <a:custGeom>
              <a:avLst/>
              <a:gdLst>
                <a:gd name="T0" fmla="*/ 0 w 1788"/>
                <a:gd name="T1" fmla="*/ 0 h 1889"/>
                <a:gd name="T2" fmla="*/ 681 w 1788"/>
                <a:gd name="T3" fmla="*/ 151 h 1889"/>
                <a:gd name="T4" fmla="*/ 1210 w 1788"/>
                <a:gd name="T5" fmla="*/ 453 h 1889"/>
                <a:gd name="T6" fmla="*/ 1550 w 1788"/>
                <a:gd name="T7" fmla="*/ 907 h 1889"/>
                <a:gd name="T8" fmla="*/ 1739 w 1788"/>
                <a:gd name="T9" fmla="*/ 1285 h 1889"/>
                <a:gd name="T10" fmla="*/ 1512 w 1788"/>
                <a:gd name="T11" fmla="*/ 1814 h 1889"/>
                <a:gd name="T12" fmla="*/ 907 w 1788"/>
                <a:gd name="T13" fmla="*/ 1889 h 1889"/>
                <a:gd name="T14" fmla="*/ 529 w 1788"/>
                <a:gd name="T15" fmla="*/ 1285 h 1889"/>
                <a:gd name="T16" fmla="*/ 454 w 1788"/>
                <a:gd name="T17" fmla="*/ 982 h 1889"/>
                <a:gd name="T18" fmla="*/ 303 w 1788"/>
                <a:gd name="T19" fmla="*/ 604 h 1889"/>
                <a:gd name="T20" fmla="*/ 76 w 1788"/>
                <a:gd name="T21" fmla="*/ 226 h 1889"/>
                <a:gd name="T22" fmla="*/ 0 w 1788"/>
                <a:gd name="T23" fmla="*/ 0 h 1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88" h="1889">
                  <a:moveTo>
                    <a:pt x="0" y="0"/>
                  </a:moveTo>
                  <a:lnTo>
                    <a:pt x="681" y="151"/>
                  </a:lnTo>
                  <a:lnTo>
                    <a:pt x="1210" y="453"/>
                  </a:lnTo>
                  <a:lnTo>
                    <a:pt x="1550" y="907"/>
                  </a:lnTo>
                  <a:cubicBezTo>
                    <a:pt x="1617" y="1030"/>
                    <a:pt x="1680" y="1156"/>
                    <a:pt x="1739" y="1285"/>
                  </a:cubicBezTo>
                  <a:cubicBezTo>
                    <a:pt x="1788" y="1492"/>
                    <a:pt x="1696" y="1707"/>
                    <a:pt x="1512" y="1814"/>
                  </a:cubicBezTo>
                  <a:lnTo>
                    <a:pt x="907" y="1889"/>
                  </a:lnTo>
                  <a:cubicBezTo>
                    <a:pt x="685" y="1767"/>
                    <a:pt x="542" y="1538"/>
                    <a:pt x="529" y="1285"/>
                  </a:cubicBezTo>
                  <a:lnTo>
                    <a:pt x="454" y="982"/>
                  </a:lnTo>
                  <a:lnTo>
                    <a:pt x="303" y="604"/>
                  </a:lnTo>
                  <a:lnTo>
                    <a:pt x="76" y="22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6178" name="Picture 34">
              <a:extLst>
                <a:ext uri="{FF2B5EF4-FFF2-40B4-BE49-F238E27FC236}">
                  <a16:creationId xmlns:a16="http://schemas.microsoft.com/office/drawing/2014/main" id="{51DBE818-07FA-E303-BF03-19C35DBCE7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8" y="2398"/>
              <a:ext cx="1765" cy="1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79" name="Picture 35">
              <a:extLst>
                <a:ext uri="{FF2B5EF4-FFF2-40B4-BE49-F238E27FC236}">
                  <a16:creationId xmlns:a16="http://schemas.microsoft.com/office/drawing/2014/main" id="{4232EAC0-A7C8-03A5-AD90-04D18C0BB9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8" y="2398"/>
              <a:ext cx="1765" cy="1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AACEB81-0ABD-E3E2-C1C0-98AE1BDC6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2399"/>
              <a:ext cx="1757" cy="1309"/>
            </a:xfrm>
            <a:custGeom>
              <a:avLst/>
              <a:gdLst>
                <a:gd name="T0" fmla="*/ 5292 w 5845"/>
                <a:gd name="T1" fmla="*/ 0 h 4355"/>
                <a:gd name="T2" fmla="*/ 5745 w 5845"/>
                <a:gd name="T3" fmla="*/ 1889 h 4355"/>
                <a:gd name="T4" fmla="*/ 5821 w 5845"/>
                <a:gd name="T5" fmla="*/ 3250 h 4355"/>
                <a:gd name="T6" fmla="*/ 5745 w 5845"/>
                <a:gd name="T7" fmla="*/ 3779 h 4355"/>
                <a:gd name="T8" fmla="*/ 5632 w 5845"/>
                <a:gd name="T9" fmla="*/ 4006 h 4355"/>
                <a:gd name="T10" fmla="*/ 5443 w 5845"/>
                <a:gd name="T11" fmla="*/ 4157 h 4355"/>
                <a:gd name="T12" fmla="*/ 4989 w 5845"/>
                <a:gd name="T13" fmla="*/ 4308 h 4355"/>
                <a:gd name="T14" fmla="*/ 3780 w 5845"/>
                <a:gd name="T15" fmla="*/ 4308 h 4355"/>
                <a:gd name="T16" fmla="*/ 3251 w 5845"/>
                <a:gd name="T17" fmla="*/ 4233 h 4355"/>
                <a:gd name="T18" fmla="*/ 2268 w 5845"/>
                <a:gd name="T19" fmla="*/ 3930 h 4355"/>
                <a:gd name="T20" fmla="*/ 1285 w 5845"/>
                <a:gd name="T21" fmla="*/ 3552 h 4355"/>
                <a:gd name="T22" fmla="*/ 756 w 5845"/>
                <a:gd name="T23" fmla="*/ 3250 h 4355"/>
                <a:gd name="T24" fmla="*/ 0 w 5845"/>
                <a:gd name="T25" fmla="*/ 2645 h 4355"/>
                <a:gd name="T26" fmla="*/ 983 w 5845"/>
                <a:gd name="T27" fmla="*/ 3099 h 4355"/>
                <a:gd name="T28" fmla="*/ 1890 w 5845"/>
                <a:gd name="T29" fmla="*/ 3477 h 4355"/>
                <a:gd name="T30" fmla="*/ 2797 w 5845"/>
                <a:gd name="T31" fmla="*/ 3703 h 4355"/>
                <a:gd name="T32" fmla="*/ 3251 w 5845"/>
                <a:gd name="T33" fmla="*/ 3779 h 4355"/>
                <a:gd name="T34" fmla="*/ 3704 w 5845"/>
                <a:gd name="T35" fmla="*/ 3779 h 4355"/>
                <a:gd name="T36" fmla="*/ 4082 w 5845"/>
                <a:gd name="T37" fmla="*/ 3703 h 4355"/>
                <a:gd name="T38" fmla="*/ 4385 w 5845"/>
                <a:gd name="T39" fmla="*/ 3552 h 4355"/>
                <a:gd name="T40" fmla="*/ 4611 w 5845"/>
                <a:gd name="T41" fmla="*/ 3401 h 4355"/>
                <a:gd name="T42" fmla="*/ 4838 w 5845"/>
                <a:gd name="T43" fmla="*/ 3099 h 4355"/>
                <a:gd name="T44" fmla="*/ 4914 w 5845"/>
                <a:gd name="T45" fmla="*/ 2948 h 4355"/>
                <a:gd name="T46" fmla="*/ 5065 w 5845"/>
                <a:gd name="T47" fmla="*/ 2570 h 4355"/>
                <a:gd name="T48" fmla="*/ 5216 w 5845"/>
                <a:gd name="T49" fmla="*/ 1889 h 4355"/>
                <a:gd name="T50" fmla="*/ 5292 w 5845"/>
                <a:gd name="T51" fmla="*/ 1209 h 4355"/>
                <a:gd name="T52" fmla="*/ 5292 w 5845"/>
                <a:gd name="T53" fmla="*/ 0 h 4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845" h="4355">
                  <a:moveTo>
                    <a:pt x="5292" y="0"/>
                  </a:moveTo>
                  <a:cubicBezTo>
                    <a:pt x="5454" y="627"/>
                    <a:pt x="5605" y="1257"/>
                    <a:pt x="5745" y="1889"/>
                  </a:cubicBezTo>
                  <a:cubicBezTo>
                    <a:pt x="5819" y="2339"/>
                    <a:pt x="5845" y="2795"/>
                    <a:pt x="5821" y="3250"/>
                  </a:cubicBezTo>
                  <a:cubicBezTo>
                    <a:pt x="5800" y="3427"/>
                    <a:pt x="5775" y="3603"/>
                    <a:pt x="5745" y="3779"/>
                  </a:cubicBezTo>
                  <a:lnTo>
                    <a:pt x="5632" y="4006"/>
                  </a:lnTo>
                  <a:lnTo>
                    <a:pt x="5443" y="4157"/>
                  </a:lnTo>
                  <a:cubicBezTo>
                    <a:pt x="5318" y="4266"/>
                    <a:pt x="5155" y="4321"/>
                    <a:pt x="4989" y="4308"/>
                  </a:cubicBezTo>
                  <a:cubicBezTo>
                    <a:pt x="4588" y="4355"/>
                    <a:pt x="4182" y="4355"/>
                    <a:pt x="3780" y="4308"/>
                  </a:cubicBezTo>
                  <a:lnTo>
                    <a:pt x="3251" y="4233"/>
                  </a:lnTo>
                  <a:lnTo>
                    <a:pt x="2268" y="3930"/>
                  </a:lnTo>
                  <a:lnTo>
                    <a:pt x="1285" y="3552"/>
                  </a:lnTo>
                  <a:lnTo>
                    <a:pt x="756" y="3250"/>
                  </a:lnTo>
                  <a:lnTo>
                    <a:pt x="0" y="2645"/>
                  </a:lnTo>
                  <a:cubicBezTo>
                    <a:pt x="315" y="2823"/>
                    <a:pt x="644" y="2974"/>
                    <a:pt x="983" y="3099"/>
                  </a:cubicBezTo>
                  <a:lnTo>
                    <a:pt x="1890" y="3477"/>
                  </a:lnTo>
                  <a:cubicBezTo>
                    <a:pt x="2178" y="3603"/>
                    <a:pt x="2484" y="3680"/>
                    <a:pt x="2797" y="3703"/>
                  </a:cubicBezTo>
                  <a:lnTo>
                    <a:pt x="3251" y="3779"/>
                  </a:lnTo>
                  <a:lnTo>
                    <a:pt x="3704" y="3779"/>
                  </a:lnTo>
                  <a:lnTo>
                    <a:pt x="4082" y="3703"/>
                  </a:lnTo>
                  <a:lnTo>
                    <a:pt x="4385" y="3552"/>
                  </a:lnTo>
                  <a:lnTo>
                    <a:pt x="4611" y="3401"/>
                  </a:lnTo>
                  <a:cubicBezTo>
                    <a:pt x="4691" y="3304"/>
                    <a:pt x="4767" y="3203"/>
                    <a:pt x="4838" y="3099"/>
                  </a:cubicBezTo>
                  <a:lnTo>
                    <a:pt x="4914" y="2948"/>
                  </a:lnTo>
                  <a:lnTo>
                    <a:pt x="5065" y="2570"/>
                  </a:lnTo>
                  <a:lnTo>
                    <a:pt x="5216" y="1889"/>
                  </a:lnTo>
                  <a:lnTo>
                    <a:pt x="5292" y="1209"/>
                  </a:lnTo>
                  <a:lnTo>
                    <a:pt x="5292" y="0"/>
                  </a:lnTo>
                  <a:close/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22E15677-B5C8-259C-2175-0A9246481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1457"/>
              <a:ext cx="808" cy="1510"/>
            </a:xfrm>
            <a:custGeom>
              <a:avLst/>
              <a:gdLst>
                <a:gd name="T0" fmla="*/ 1423 w 2689"/>
                <a:gd name="T1" fmla="*/ 1 h 5027"/>
                <a:gd name="T2" fmla="*/ 951 w 2689"/>
                <a:gd name="T3" fmla="*/ 0 h 5027"/>
                <a:gd name="T4" fmla="*/ 573 w 2689"/>
                <a:gd name="T5" fmla="*/ 76 h 5027"/>
                <a:gd name="T6" fmla="*/ 308 w 2689"/>
                <a:gd name="T7" fmla="*/ 265 h 5027"/>
                <a:gd name="T8" fmla="*/ 157 w 2689"/>
                <a:gd name="T9" fmla="*/ 454 h 5027"/>
                <a:gd name="T10" fmla="*/ 724 w 2689"/>
                <a:gd name="T11" fmla="*/ 1626 h 5027"/>
                <a:gd name="T12" fmla="*/ 1366 w 2689"/>
                <a:gd name="T13" fmla="*/ 1966 h 5027"/>
                <a:gd name="T14" fmla="*/ 1858 w 2689"/>
                <a:gd name="T15" fmla="*/ 2457 h 5027"/>
                <a:gd name="T16" fmla="*/ 2231 w 2689"/>
                <a:gd name="T17" fmla="*/ 3100 h 5027"/>
                <a:gd name="T18" fmla="*/ 2301 w 2689"/>
                <a:gd name="T19" fmla="*/ 3390 h 5027"/>
                <a:gd name="T20" fmla="*/ 2393 w 2689"/>
                <a:gd name="T21" fmla="*/ 3761 h 5027"/>
                <a:gd name="T22" fmla="*/ 2499 w 2689"/>
                <a:gd name="T23" fmla="*/ 4200 h 5027"/>
                <a:gd name="T24" fmla="*/ 2595 w 2689"/>
                <a:gd name="T25" fmla="*/ 4607 h 5027"/>
                <a:gd name="T26" fmla="*/ 2689 w 2689"/>
                <a:gd name="T27" fmla="*/ 5027 h 5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89" h="5027">
                  <a:moveTo>
                    <a:pt x="1423" y="1"/>
                  </a:moveTo>
                  <a:lnTo>
                    <a:pt x="951" y="0"/>
                  </a:lnTo>
                  <a:lnTo>
                    <a:pt x="573" y="76"/>
                  </a:lnTo>
                  <a:cubicBezTo>
                    <a:pt x="486" y="142"/>
                    <a:pt x="398" y="205"/>
                    <a:pt x="308" y="265"/>
                  </a:cubicBezTo>
                  <a:lnTo>
                    <a:pt x="157" y="454"/>
                  </a:lnTo>
                  <a:cubicBezTo>
                    <a:pt x="0" y="933"/>
                    <a:pt x="251" y="1451"/>
                    <a:pt x="724" y="1626"/>
                  </a:cubicBezTo>
                  <a:lnTo>
                    <a:pt x="1366" y="1966"/>
                  </a:lnTo>
                  <a:cubicBezTo>
                    <a:pt x="1526" y="2134"/>
                    <a:pt x="1689" y="2298"/>
                    <a:pt x="1858" y="2457"/>
                  </a:cubicBezTo>
                  <a:cubicBezTo>
                    <a:pt x="1988" y="2668"/>
                    <a:pt x="2112" y="2882"/>
                    <a:pt x="2231" y="3100"/>
                  </a:cubicBezTo>
                  <a:lnTo>
                    <a:pt x="2301" y="3390"/>
                  </a:lnTo>
                  <a:lnTo>
                    <a:pt x="2393" y="3761"/>
                  </a:lnTo>
                  <a:lnTo>
                    <a:pt x="2499" y="4200"/>
                  </a:lnTo>
                  <a:lnTo>
                    <a:pt x="2595" y="4607"/>
                  </a:lnTo>
                  <a:lnTo>
                    <a:pt x="2689" y="5027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944C7D5-3995-1886-C9AF-41BB4DCA9517}"/>
              </a:ext>
            </a:extLst>
          </p:cNvPr>
          <p:cNvSpPr/>
          <p:nvPr/>
        </p:nvSpPr>
        <p:spPr>
          <a:xfrm>
            <a:off x="4152900" y="1460500"/>
            <a:ext cx="3492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248079-3AE0-636F-3864-CB89253805CF}"/>
              </a:ext>
            </a:extLst>
          </p:cNvPr>
          <p:cNvSpPr txBox="1"/>
          <p:nvPr/>
        </p:nvSpPr>
        <p:spPr>
          <a:xfrm>
            <a:off x="4152900" y="3162300"/>
            <a:ext cx="349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Vessel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38" name="Group 40">
            <a:extLst>
              <a:ext uri="{FF2B5EF4-FFF2-40B4-BE49-F238E27FC236}">
                <a16:creationId xmlns:a16="http://schemas.microsoft.com/office/drawing/2014/main" id="{AD305F5A-3415-6F1B-0DD3-ADFD46E65D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5645" y="1562100"/>
            <a:ext cx="367011" cy="1524001"/>
            <a:chOff x="3617" y="1234"/>
            <a:chExt cx="446" cy="1852"/>
          </a:xfrm>
        </p:grpSpPr>
        <p:sp>
          <p:nvSpPr>
            <p:cNvPr id="39" name="AutoShape 39">
              <a:extLst>
                <a:ext uri="{FF2B5EF4-FFF2-40B4-BE49-F238E27FC236}">
                  <a16:creationId xmlns:a16="http://schemas.microsoft.com/office/drawing/2014/main" id="{3646710D-2333-CA9D-D3D8-8BE9F38E105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17" y="1234"/>
              <a:ext cx="446" cy="1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Freeform 41">
              <a:extLst>
                <a:ext uri="{FF2B5EF4-FFF2-40B4-BE49-F238E27FC236}">
                  <a16:creationId xmlns:a16="http://schemas.microsoft.com/office/drawing/2014/main" id="{D95497F4-A2CD-4342-3FD8-BEE15FE96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282"/>
              <a:ext cx="413" cy="1761"/>
            </a:xfrm>
            <a:custGeom>
              <a:avLst/>
              <a:gdLst>
                <a:gd name="T0" fmla="*/ 1088 w 1361"/>
                <a:gd name="T1" fmla="*/ 2 h 5857"/>
                <a:gd name="T2" fmla="*/ 618 w 1361"/>
                <a:gd name="T3" fmla="*/ 38 h 5857"/>
                <a:gd name="T4" fmla="*/ 274 w 1361"/>
                <a:gd name="T5" fmla="*/ 0 h 5857"/>
                <a:gd name="T6" fmla="*/ 274 w 1361"/>
                <a:gd name="T7" fmla="*/ 861 h 5857"/>
                <a:gd name="T8" fmla="*/ 0 w 1361"/>
                <a:gd name="T9" fmla="*/ 1453 h 5857"/>
                <a:gd name="T10" fmla="*/ 179 w 1361"/>
                <a:gd name="T11" fmla="*/ 1928 h 5857"/>
                <a:gd name="T12" fmla="*/ 353 w 1361"/>
                <a:gd name="T13" fmla="*/ 2319 h 5857"/>
                <a:gd name="T14" fmla="*/ 434 w 1361"/>
                <a:gd name="T15" fmla="*/ 2793 h 5857"/>
                <a:gd name="T16" fmla="*/ 297 w 1361"/>
                <a:gd name="T17" fmla="*/ 3466 h 5857"/>
                <a:gd name="T18" fmla="*/ 51 w 1361"/>
                <a:gd name="T19" fmla="*/ 4166 h 5857"/>
                <a:gd name="T20" fmla="*/ 72 w 1361"/>
                <a:gd name="T21" fmla="*/ 4450 h 5857"/>
                <a:gd name="T22" fmla="*/ 243 w 1361"/>
                <a:gd name="T23" fmla="*/ 4887 h 5857"/>
                <a:gd name="T24" fmla="*/ 273 w 1361"/>
                <a:gd name="T25" fmla="*/ 5053 h 5857"/>
                <a:gd name="T26" fmla="*/ 273 w 1361"/>
                <a:gd name="T27" fmla="*/ 5857 h 5857"/>
                <a:gd name="T28" fmla="*/ 722 w 1361"/>
                <a:gd name="T29" fmla="*/ 5819 h 5857"/>
                <a:gd name="T30" fmla="*/ 1089 w 1361"/>
                <a:gd name="T31" fmla="*/ 5855 h 5857"/>
                <a:gd name="T32" fmla="*/ 1089 w 1361"/>
                <a:gd name="T33" fmla="*/ 5017 h 5857"/>
                <a:gd name="T34" fmla="*/ 1115 w 1361"/>
                <a:gd name="T35" fmla="*/ 4852 h 5857"/>
                <a:gd name="T36" fmla="*/ 1289 w 1361"/>
                <a:gd name="T37" fmla="*/ 4418 h 5857"/>
                <a:gd name="T38" fmla="*/ 1311 w 1361"/>
                <a:gd name="T39" fmla="*/ 4137 h 5857"/>
                <a:gd name="T40" fmla="*/ 1065 w 1361"/>
                <a:gd name="T41" fmla="*/ 3444 h 5857"/>
                <a:gd name="T42" fmla="*/ 928 w 1361"/>
                <a:gd name="T43" fmla="*/ 2776 h 5857"/>
                <a:gd name="T44" fmla="*/ 1008 w 1361"/>
                <a:gd name="T45" fmla="*/ 2307 h 5857"/>
                <a:gd name="T46" fmla="*/ 1182 w 1361"/>
                <a:gd name="T47" fmla="*/ 1919 h 5857"/>
                <a:gd name="T48" fmla="*/ 1361 w 1361"/>
                <a:gd name="T49" fmla="*/ 1448 h 5857"/>
                <a:gd name="T50" fmla="*/ 1088 w 1361"/>
                <a:gd name="T51" fmla="*/ 861 h 5857"/>
                <a:gd name="T52" fmla="*/ 1088 w 1361"/>
                <a:gd name="T53" fmla="*/ 2 h 5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61" h="5857">
                  <a:moveTo>
                    <a:pt x="1088" y="2"/>
                  </a:moveTo>
                  <a:cubicBezTo>
                    <a:pt x="1052" y="25"/>
                    <a:pt x="842" y="41"/>
                    <a:pt x="618" y="38"/>
                  </a:cubicBezTo>
                  <a:cubicBezTo>
                    <a:pt x="435" y="35"/>
                    <a:pt x="294" y="19"/>
                    <a:pt x="274" y="0"/>
                  </a:cubicBezTo>
                  <a:lnTo>
                    <a:pt x="274" y="861"/>
                  </a:lnTo>
                  <a:cubicBezTo>
                    <a:pt x="158" y="1006"/>
                    <a:pt x="0" y="1240"/>
                    <a:pt x="0" y="1453"/>
                  </a:cubicBezTo>
                  <a:cubicBezTo>
                    <a:pt x="1" y="1616"/>
                    <a:pt x="95" y="1766"/>
                    <a:pt x="179" y="1928"/>
                  </a:cubicBezTo>
                  <a:cubicBezTo>
                    <a:pt x="247" y="2058"/>
                    <a:pt x="310" y="2196"/>
                    <a:pt x="353" y="2319"/>
                  </a:cubicBezTo>
                  <a:cubicBezTo>
                    <a:pt x="412" y="2486"/>
                    <a:pt x="437" y="2627"/>
                    <a:pt x="434" y="2793"/>
                  </a:cubicBezTo>
                  <a:cubicBezTo>
                    <a:pt x="430" y="2998"/>
                    <a:pt x="383" y="3240"/>
                    <a:pt x="297" y="3466"/>
                  </a:cubicBezTo>
                  <a:cubicBezTo>
                    <a:pt x="207" y="3702"/>
                    <a:pt x="75" y="3921"/>
                    <a:pt x="51" y="4166"/>
                  </a:cubicBezTo>
                  <a:cubicBezTo>
                    <a:pt x="42" y="4261"/>
                    <a:pt x="49" y="4359"/>
                    <a:pt x="72" y="4450"/>
                  </a:cubicBezTo>
                  <a:cubicBezTo>
                    <a:pt x="113" y="4605"/>
                    <a:pt x="205" y="4736"/>
                    <a:pt x="243" y="4887"/>
                  </a:cubicBezTo>
                  <a:cubicBezTo>
                    <a:pt x="255" y="4934"/>
                    <a:pt x="261" y="4983"/>
                    <a:pt x="273" y="5053"/>
                  </a:cubicBezTo>
                  <a:lnTo>
                    <a:pt x="273" y="5857"/>
                  </a:lnTo>
                  <a:cubicBezTo>
                    <a:pt x="295" y="5833"/>
                    <a:pt x="496" y="5816"/>
                    <a:pt x="722" y="5819"/>
                  </a:cubicBezTo>
                  <a:cubicBezTo>
                    <a:pt x="911" y="5820"/>
                    <a:pt x="1063" y="5836"/>
                    <a:pt x="1089" y="5855"/>
                  </a:cubicBezTo>
                  <a:lnTo>
                    <a:pt x="1089" y="5017"/>
                  </a:lnTo>
                  <a:cubicBezTo>
                    <a:pt x="1090" y="4948"/>
                    <a:pt x="1101" y="4899"/>
                    <a:pt x="1115" y="4852"/>
                  </a:cubicBezTo>
                  <a:cubicBezTo>
                    <a:pt x="1162" y="4702"/>
                    <a:pt x="1249" y="4572"/>
                    <a:pt x="1289" y="4418"/>
                  </a:cubicBezTo>
                  <a:cubicBezTo>
                    <a:pt x="1312" y="4329"/>
                    <a:pt x="1320" y="4231"/>
                    <a:pt x="1311" y="4137"/>
                  </a:cubicBezTo>
                  <a:cubicBezTo>
                    <a:pt x="1287" y="3894"/>
                    <a:pt x="1155" y="3677"/>
                    <a:pt x="1065" y="3444"/>
                  </a:cubicBezTo>
                  <a:cubicBezTo>
                    <a:pt x="979" y="3219"/>
                    <a:pt x="932" y="2979"/>
                    <a:pt x="928" y="2776"/>
                  </a:cubicBezTo>
                  <a:cubicBezTo>
                    <a:pt x="925" y="2612"/>
                    <a:pt x="950" y="2472"/>
                    <a:pt x="1008" y="2307"/>
                  </a:cubicBezTo>
                  <a:cubicBezTo>
                    <a:pt x="1052" y="2184"/>
                    <a:pt x="1114" y="2048"/>
                    <a:pt x="1182" y="1919"/>
                  </a:cubicBezTo>
                  <a:cubicBezTo>
                    <a:pt x="1267" y="1758"/>
                    <a:pt x="1361" y="1609"/>
                    <a:pt x="1361" y="1448"/>
                  </a:cubicBezTo>
                  <a:cubicBezTo>
                    <a:pt x="1361" y="1237"/>
                    <a:pt x="1204" y="1004"/>
                    <a:pt x="1088" y="861"/>
                  </a:cubicBezTo>
                  <a:lnTo>
                    <a:pt x="1088" y="2"/>
                  </a:lnTo>
                  <a:close/>
                </a:path>
              </a:pathLst>
            </a:custGeom>
            <a:solidFill>
              <a:srgbClr val="7F7F7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1" name="Freeform 42">
              <a:extLst>
                <a:ext uri="{FF2B5EF4-FFF2-40B4-BE49-F238E27FC236}">
                  <a16:creationId xmlns:a16="http://schemas.microsoft.com/office/drawing/2014/main" id="{B557EF44-71D6-C96F-FB46-55A9F645C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282"/>
              <a:ext cx="413" cy="1761"/>
            </a:xfrm>
            <a:custGeom>
              <a:avLst/>
              <a:gdLst>
                <a:gd name="T0" fmla="*/ 1088 w 1361"/>
                <a:gd name="T1" fmla="*/ 2 h 5857"/>
                <a:gd name="T2" fmla="*/ 618 w 1361"/>
                <a:gd name="T3" fmla="*/ 38 h 5857"/>
                <a:gd name="T4" fmla="*/ 274 w 1361"/>
                <a:gd name="T5" fmla="*/ 0 h 5857"/>
                <a:gd name="T6" fmla="*/ 274 w 1361"/>
                <a:gd name="T7" fmla="*/ 861 h 5857"/>
                <a:gd name="T8" fmla="*/ 0 w 1361"/>
                <a:gd name="T9" fmla="*/ 1453 h 5857"/>
                <a:gd name="T10" fmla="*/ 179 w 1361"/>
                <a:gd name="T11" fmla="*/ 1928 h 5857"/>
                <a:gd name="T12" fmla="*/ 353 w 1361"/>
                <a:gd name="T13" fmla="*/ 2319 h 5857"/>
                <a:gd name="T14" fmla="*/ 434 w 1361"/>
                <a:gd name="T15" fmla="*/ 2793 h 5857"/>
                <a:gd name="T16" fmla="*/ 297 w 1361"/>
                <a:gd name="T17" fmla="*/ 3466 h 5857"/>
                <a:gd name="T18" fmla="*/ 51 w 1361"/>
                <a:gd name="T19" fmla="*/ 4166 h 5857"/>
                <a:gd name="T20" fmla="*/ 72 w 1361"/>
                <a:gd name="T21" fmla="*/ 4450 h 5857"/>
                <a:gd name="T22" fmla="*/ 243 w 1361"/>
                <a:gd name="T23" fmla="*/ 4887 h 5857"/>
                <a:gd name="T24" fmla="*/ 273 w 1361"/>
                <a:gd name="T25" fmla="*/ 5053 h 5857"/>
                <a:gd name="T26" fmla="*/ 273 w 1361"/>
                <a:gd name="T27" fmla="*/ 5857 h 5857"/>
                <a:gd name="T28" fmla="*/ 722 w 1361"/>
                <a:gd name="T29" fmla="*/ 5819 h 5857"/>
                <a:gd name="T30" fmla="*/ 1089 w 1361"/>
                <a:gd name="T31" fmla="*/ 5855 h 5857"/>
                <a:gd name="T32" fmla="*/ 1089 w 1361"/>
                <a:gd name="T33" fmla="*/ 5017 h 5857"/>
                <a:gd name="T34" fmla="*/ 1115 w 1361"/>
                <a:gd name="T35" fmla="*/ 4852 h 5857"/>
                <a:gd name="T36" fmla="*/ 1289 w 1361"/>
                <a:gd name="T37" fmla="*/ 4418 h 5857"/>
                <a:gd name="T38" fmla="*/ 1311 w 1361"/>
                <a:gd name="T39" fmla="*/ 4137 h 5857"/>
                <a:gd name="T40" fmla="*/ 1065 w 1361"/>
                <a:gd name="T41" fmla="*/ 3444 h 5857"/>
                <a:gd name="T42" fmla="*/ 928 w 1361"/>
                <a:gd name="T43" fmla="*/ 2776 h 5857"/>
                <a:gd name="T44" fmla="*/ 1008 w 1361"/>
                <a:gd name="T45" fmla="*/ 2307 h 5857"/>
                <a:gd name="T46" fmla="*/ 1182 w 1361"/>
                <a:gd name="T47" fmla="*/ 1919 h 5857"/>
                <a:gd name="T48" fmla="*/ 1361 w 1361"/>
                <a:gd name="T49" fmla="*/ 1448 h 5857"/>
                <a:gd name="T50" fmla="*/ 1088 w 1361"/>
                <a:gd name="T51" fmla="*/ 861 h 5857"/>
                <a:gd name="T52" fmla="*/ 1088 w 1361"/>
                <a:gd name="T53" fmla="*/ 2 h 5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61" h="5857">
                  <a:moveTo>
                    <a:pt x="1088" y="2"/>
                  </a:moveTo>
                  <a:cubicBezTo>
                    <a:pt x="1052" y="25"/>
                    <a:pt x="842" y="41"/>
                    <a:pt x="618" y="38"/>
                  </a:cubicBezTo>
                  <a:cubicBezTo>
                    <a:pt x="435" y="35"/>
                    <a:pt x="294" y="19"/>
                    <a:pt x="274" y="0"/>
                  </a:cubicBezTo>
                  <a:lnTo>
                    <a:pt x="274" y="861"/>
                  </a:lnTo>
                  <a:cubicBezTo>
                    <a:pt x="158" y="1006"/>
                    <a:pt x="0" y="1240"/>
                    <a:pt x="0" y="1453"/>
                  </a:cubicBezTo>
                  <a:cubicBezTo>
                    <a:pt x="1" y="1616"/>
                    <a:pt x="95" y="1766"/>
                    <a:pt x="179" y="1928"/>
                  </a:cubicBezTo>
                  <a:cubicBezTo>
                    <a:pt x="247" y="2058"/>
                    <a:pt x="310" y="2196"/>
                    <a:pt x="353" y="2319"/>
                  </a:cubicBezTo>
                  <a:cubicBezTo>
                    <a:pt x="412" y="2486"/>
                    <a:pt x="437" y="2627"/>
                    <a:pt x="434" y="2793"/>
                  </a:cubicBezTo>
                  <a:cubicBezTo>
                    <a:pt x="430" y="2998"/>
                    <a:pt x="383" y="3240"/>
                    <a:pt x="297" y="3466"/>
                  </a:cubicBezTo>
                  <a:cubicBezTo>
                    <a:pt x="207" y="3702"/>
                    <a:pt x="75" y="3921"/>
                    <a:pt x="51" y="4166"/>
                  </a:cubicBezTo>
                  <a:cubicBezTo>
                    <a:pt x="42" y="4261"/>
                    <a:pt x="49" y="4359"/>
                    <a:pt x="72" y="4450"/>
                  </a:cubicBezTo>
                  <a:cubicBezTo>
                    <a:pt x="113" y="4605"/>
                    <a:pt x="205" y="4736"/>
                    <a:pt x="243" y="4887"/>
                  </a:cubicBezTo>
                  <a:cubicBezTo>
                    <a:pt x="255" y="4934"/>
                    <a:pt x="261" y="4983"/>
                    <a:pt x="273" y="5053"/>
                  </a:cubicBezTo>
                  <a:lnTo>
                    <a:pt x="273" y="5857"/>
                  </a:lnTo>
                  <a:cubicBezTo>
                    <a:pt x="295" y="5833"/>
                    <a:pt x="496" y="5816"/>
                    <a:pt x="722" y="5819"/>
                  </a:cubicBezTo>
                  <a:cubicBezTo>
                    <a:pt x="911" y="5820"/>
                    <a:pt x="1063" y="5836"/>
                    <a:pt x="1089" y="5855"/>
                  </a:cubicBezTo>
                  <a:lnTo>
                    <a:pt x="1089" y="5017"/>
                  </a:lnTo>
                  <a:cubicBezTo>
                    <a:pt x="1090" y="4948"/>
                    <a:pt x="1101" y="4899"/>
                    <a:pt x="1115" y="4852"/>
                  </a:cubicBezTo>
                  <a:cubicBezTo>
                    <a:pt x="1162" y="4702"/>
                    <a:pt x="1249" y="4572"/>
                    <a:pt x="1289" y="4418"/>
                  </a:cubicBezTo>
                  <a:cubicBezTo>
                    <a:pt x="1312" y="4329"/>
                    <a:pt x="1320" y="4231"/>
                    <a:pt x="1311" y="4137"/>
                  </a:cubicBezTo>
                  <a:cubicBezTo>
                    <a:pt x="1287" y="3894"/>
                    <a:pt x="1155" y="3677"/>
                    <a:pt x="1065" y="3444"/>
                  </a:cubicBezTo>
                  <a:cubicBezTo>
                    <a:pt x="979" y="3219"/>
                    <a:pt x="932" y="2979"/>
                    <a:pt x="928" y="2776"/>
                  </a:cubicBezTo>
                  <a:cubicBezTo>
                    <a:pt x="925" y="2612"/>
                    <a:pt x="950" y="2472"/>
                    <a:pt x="1008" y="2307"/>
                  </a:cubicBezTo>
                  <a:cubicBezTo>
                    <a:pt x="1052" y="2184"/>
                    <a:pt x="1114" y="2048"/>
                    <a:pt x="1182" y="1919"/>
                  </a:cubicBezTo>
                  <a:cubicBezTo>
                    <a:pt x="1267" y="1758"/>
                    <a:pt x="1361" y="1609"/>
                    <a:pt x="1361" y="1448"/>
                  </a:cubicBezTo>
                  <a:cubicBezTo>
                    <a:pt x="1361" y="1237"/>
                    <a:pt x="1204" y="1004"/>
                    <a:pt x="1088" y="861"/>
                  </a:cubicBezTo>
                  <a:lnTo>
                    <a:pt x="1088" y="2"/>
                  </a:lnTo>
                  <a:close/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2" name="Freeform 43">
              <a:extLst>
                <a:ext uri="{FF2B5EF4-FFF2-40B4-BE49-F238E27FC236}">
                  <a16:creationId xmlns:a16="http://schemas.microsoft.com/office/drawing/2014/main" id="{180DC53F-6583-684D-AB5B-A696BD264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1" y="3030"/>
              <a:ext cx="256" cy="43"/>
            </a:xfrm>
            <a:custGeom>
              <a:avLst/>
              <a:gdLst>
                <a:gd name="T0" fmla="*/ 7 w 256"/>
                <a:gd name="T1" fmla="*/ 20 h 43"/>
                <a:gd name="T2" fmla="*/ 119 w 256"/>
                <a:gd name="T3" fmla="*/ 42 h 43"/>
                <a:gd name="T4" fmla="*/ 255 w 256"/>
                <a:gd name="T5" fmla="*/ 24 h 43"/>
                <a:gd name="T6" fmla="*/ 254 w 256"/>
                <a:gd name="T7" fmla="*/ 19 h 43"/>
                <a:gd name="T8" fmla="*/ 114 w 256"/>
                <a:gd name="T9" fmla="*/ 1 h 43"/>
                <a:gd name="T10" fmla="*/ 7 w 256"/>
                <a:gd name="T11" fmla="*/ 2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6" h="43">
                  <a:moveTo>
                    <a:pt x="7" y="20"/>
                  </a:moveTo>
                  <a:cubicBezTo>
                    <a:pt x="0" y="31"/>
                    <a:pt x="51" y="41"/>
                    <a:pt x="119" y="42"/>
                  </a:cubicBezTo>
                  <a:cubicBezTo>
                    <a:pt x="187" y="43"/>
                    <a:pt x="248" y="35"/>
                    <a:pt x="255" y="24"/>
                  </a:cubicBezTo>
                  <a:cubicBezTo>
                    <a:pt x="256" y="22"/>
                    <a:pt x="256" y="21"/>
                    <a:pt x="254" y="19"/>
                  </a:cubicBezTo>
                  <a:cubicBezTo>
                    <a:pt x="245" y="8"/>
                    <a:pt x="182" y="0"/>
                    <a:pt x="114" y="1"/>
                  </a:cubicBezTo>
                  <a:cubicBezTo>
                    <a:pt x="57" y="3"/>
                    <a:pt x="13" y="10"/>
                    <a:pt x="7" y="20"/>
                  </a:cubicBez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Freeform 44">
              <a:extLst>
                <a:ext uri="{FF2B5EF4-FFF2-40B4-BE49-F238E27FC236}">
                  <a16:creationId xmlns:a16="http://schemas.microsoft.com/office/drawing/2014/main" id="{92607AD5-771D-C0A0-A011-AA1959DF0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1251"/>
              <a:ext cx="259" cy="44"/>
            </a:xfrm>
            <a:custGeom>
              <a:avLst/>
              <a:gdLst>
                <a:gd name="T0" fmla="*/ 248 w 259"/>
                <a:gd name="T1" fmla="*/ 25 h 44"/>
                <a:gd name="T2" fmla="*/ 145 w 259"/>
                <a:gd name="T3" fmla="*/ 1 h 44"/>
                <a:gd name="T4" fmla="*/ 2 w 259"/>
                <a:gd name="T5" fmla="*/ 19 h 44"/>
                <a:gd name="T6" fmla="*/ 1 w 259"/>
                <a:gd name="T7" fmla="*/ 24 h 44"/>
                <a:gd name="T8" fmla="*/ 138 w 259"/>
                <a:gd name="T9" fmla="*/ 42 h 44"/>
                <a:gd name="T10" fmla="*/ 248 w 259"/>
                <a:gd name="T11" fmla="*/ 2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9" h="44">
                  <a:moveTo>
                    <a:pt x="248" y="25"/>
                  </a:moveTo>
                  <a:cubicBezTo>
                    <a:pt x="259" y="14"/>
                    <a:pt x="213" y="3"/>
                    <a:pt x="145" y="1"/>
                  </a:cubicBezTo>
                  <a:cubicBezTo>
                    <a:pt x="77" y="0"/>
                    <a:pt x="13" y="7"/>
                    <a:pt x="2" y="19"/>
                  </a:cubicBezTo>
                  <a:cubicBezTo>
                    <a:pt x="0" y="20"/>
                    <a:pt x="0" y="22"/>
                    <a:pt x="1" y="24"/>
                  </a:cubicBezTo>
                  <a:cubicBezTo>
                    <a:pt x="9" y="35"/>
                    <a:pt x="70" y="44"/>
                    <a:pt x="138" y="42"/>
                  </a:cubicBezTo>
                  <a:cubicBezTo>
                    <a:pt x="194" y="41"/>
                    <a:pt x="239" y="34"/>
                    <a:pt x="248" y="25"/>
                  </a:cubicBez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5F94B91-3210-BF4D-3D8F-051684C0DCA3}"/>
              </a:ext>
            </a:extLst>
          </p:cNvPr>
          <p:cNvSpPr/>
          <p:nvPr/>
        </p:nvSpPr>
        <p:spPr>
          <a:xfrm>
            <a:off x="7797800" y="1460500"/>
            <a:ext cx="3492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C7EF72-BF31-18FD-7D2D-2CC9C191BDC9}"/>
              </a:ext>
            </a:extLst>
          </p:cNvPr>
          <p:cNvSpPr txBox="1"/>
          <p:nvPr/>
        </p:nvSpPr>
        <p:spPr>
          <a:xfrm>
            <a:off x="7797800" y="3162300"/>
            <a:ext cx="349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Chest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47" name="Group 47">
            <a:extLst>
              <a:ext uri="{FF2B5EF4-FFF2-40B4-BE49-F238E27FC236}">
                <a16:creationId xmlns:a16="http://schemas.microsoft.com/office/drawing/2014/main" id="{D21FA70D-C79D-B1EB-B772-62388EE21C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409784" y="1562100"/>
            <a:ext cx="2268533" cy="1524000"/>
            <a:chOff x="2801" y="1462"/>
            <a:chExt cx="2078" cy="1396"/>
          </a:xfrm>
        </p:grpSpPr>
        <p:sp>
          <p:nvSpPr>
            <p:cNvPr id="48" name="AutoShape 46">
              <a:extLst>
                <a:ext uri="{FF2B5EF4-FFF2-40B4-BE49-F238E27FC236}">
                  <a16:creationId xmlns:a16="http://schemas.microsoft.com/office/drawing/2014/main" id="{5945ACE2-B113-A543-F199-B33F9FDB5BB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01" y="1462"/>
              <a:ext cx="2078" cy="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948EE79B-1C75-6696-B2BC-675F67366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1480"/>
              <a:ext cx="551" cy="1188"/>
            </a:xfrm>
            <a:custGeom>
              <a:avLst/>
              <a:gdLst>
                <a:gd name="T0" fmla="*/ 0 w 1831"/>
                <a:gd name="T1" fmla="*/ 3947 h 3947"/>
                <a:gd name="T2" fmla="*/ 129 w 1831"/>
                <a:gd name="T3" fmla="*/ 3641 h 3947"/>
                <a:gd name="T4" fmla="*/ 160 w 1831"/>
                <a:gd name="T5" fmla="*/ 3379 h 3947"/>
                <a:gd name="T6" fmla="*/ 151 w 1831"/>
                <a:gd name="T7" fmla="*/ 3139 h 3947"/>
                <a:gd name="T8" fmla="*/ 182 w 1831"/>
                <a:gd name="T9" fmla="*/ 2747 h 3947"/>
                <a:gd name="T10" fmla="*/ 260 w 1831"/>
                <a:gd name="T11" fmla="*/ 2441 h 3947"/>
                <a:gd name="T12" fmla="*/ 326 w 1831"/>
                <a:gd name="T13" fmla="*/ 2254 h 3947"/>
                <a:gd name="T14" fmla="*/ 413 w 1831"/>
                <a:gd name="T15" fmla="*/ 1970 h 3947"/>
                <a:gd name="T16" fmla="*/ 435 w 1831"/>
                <a:gd name="T17" fmla="*/ 1830 h 3947"/>
                <a:gd name="T18" fmla="*/ 435 w 1831"/>
                <a:gd name="T19" fmla="*/ 1730 h 3947"/>
                <a:gd name="T20" fmla="*/ 413 w 1831"/>
                <a:gd name="T21" fmla="*/ 1459 h 3947"/>
                <a:gd name="T22" fmla="*/ 426 w 1831"/>
                <a:gd name="T23" fmla="*/ 1198 h 3947"/>
                <a:gd name="T24" fmla="*/ 478 w 1831"/>
                <a:gd name="T25" fmla="*/ 979 h 3947"/>
                <a:gd name="T26" fmla="*/ 587 w 1831"/>
                <a:gd name="T27" fmla="*/ 718 h 3947"/>
                <a:gd name="T28" fmla="*/ 653 w 1831"/>
                <a:gd name="T29" fmla="*/ 587 h 3947"/>
                <a:gd name="T30" fmla="*/ 710 w 1831"/>
                <a:gd name="T31" fmla="*/ 499 h 3947"/>
                <a:gd name="T32" fmla="*/ 740 w 1831"/>
                <a:gd name="T33" fmla="*/ 464 h 3947"/>
                <a:gd name="T34" fmla="*/ 806 w 1831"/>
                <a:gd name="T35" fmla="*/ 403 h 3947"/>
                <a:gd name="T36" fmla="*/ 928 w 1831"/>
                <a:gd name="T37" fmla="*/ 303 h 3947"/>
                <a:gd name="T38" fmla="*/ 1185 w 1831"/>
                <a:gd name="T39" fmla="*/ 216 h 3947"/>
                <a:gd name="T40" fmla="*/ 1307 w 1831"/>
                <a:gd name="T41" fmla="*/ 194 h 3947"/>
                <a:gd name="T42" fmla="*/ 1438 w 1831"/>
                <a:gd name="T43" fmla="*/ 142 h 3947"/>
                <a:gd name="T44" fmla="*/ 1482 w 1831"/>
                <a:gd name="T45" fmla="*/ 150 h 3947"/>
                <a:gd name="T46" fmla="*/ 1569 w 1831"/>
                <a:gd name="T47" fmla="*/ 142 h 3947"/>
                <a:gd name="T48" fmla="*/ 1657 w 1831"/>
                <a:gd name="T49" fmla="*/ 85 h 3947"/>
                <a:gd name="T50" fmla="*/ 1831 w 1831"/>
                <a:gd name="T51" fmla="*/ 0 h 3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1" h="3947">
                  <a:moveTo>
                    <a:pt x="0" y="3947"/>
                  </a:moveTo>
                  <a:lnTo>
                    <a:pt x="129" y="3641"/>
                  </a:lnTo>
                  <a:cubicBezTo>
                    <a:pt x="149" y="3555"/>
                    <a:pt x="160" y="3468"/>
                    <a:pt x="160" y="3379"/>
                  </a:cubicBezTo>
                  <a:cubicBezTo>
                    <a:pt x="160" y="3299"/>
                    <a:pt x="158" y="3219"/>
                    <a:pt x="151" y="3139"/>
                  </a:cubicBezTo>
                  <a:cubicBezTo>
                    <a:pt x="147" y="3008"/>
                    <a:pt x="157" y="2876"/>
                    <a:pt x="182" y="2747"/>
                  </a:cubicBezTo>
                  <a:lnTo>
                    <a:pt x="260" y="2441"/>
                  </a:lnTo>
                  <a:lnTo>
                    <a:pt x="326" y="2254"/>
                  </a:lnTo>
                  <a:lnTo>
                    <a:pt x="413" y="1970"/>
                  </a:lnTo>
                  <a:cubicBezTo>
                    <a:pt x="431" y="1926"/>
                    <a:pt x="438" y="1878"/>
                    <a:pt x="435" y="1830"/>
                  </a:cubicBezTo>
                  <a:lnTo>
                    <a:pt x="435" y="1730"/>
                  </a:lnTo>
                  <a:lnTo>
                    <a:pt x="413" y="1459"/>
                  </a:lnTo>
                  <a:cubicBezTo>
                    <a:pt x="408" y="1372"/>
                    <a:pt x="413" y="1284"/>
                    <a:pt x="426" y="1198"/>
                  </a:cubicBezTo>
                  <a:lnTo>
                    <a:pt x="478" y="979"/>
                  </a:lnTo>
                  <a:lnTo>
                    <a:pt x="587" y="718"/>
                  </a:lnTo>
                  <a:lnTo>
                    <a:pt x="653" y="587"/>
                  </a:lnTo>
                  <a:lnTo>
                    <a:pt x="710" y="499"/>
                  </a:lnTo>
                  <a:lnTo>
                    <a:pt x="740" y="464"/>
                  </a:lnTo>
                  <a:lnTo>
                    <a:pt x="806" y="403"/>
                  </a:lnTo>
                  <a:lnTo>
                    <a:pt x="928" y="303"/>
                  </a:lnTo>
                  <a:cubicBezTo>
                    <a:pt x="1001" y="245"/>
                    <a:pt x="1092" y="215"/>
                    <a:pt x="1185" y="216"/>
                  </a:cubicBezTo>
                  <a:cubicBezTo>
                    <a:pt x="1227" y="222"/>
                    <a:pt x="1270" y="214"/>
                    <a:pt x="1307" y="194"/>
                  </a:cubicBezTo>
                  <a:cubicBezTo>
                    <a:pt x="1342" y="159"/>
                    <a:pt x="1389" y="140"/>
                    <a:pt x="1438" y="142"/>
                  </a:cubicBezTo>
                  <a:lnTo>
                    <a:pt x="1482" y="150"/>
                  </a:lnTo>
                  <a:cubicBezTo>
                    <a:pt x="1511" y="160"/>
                    <a:pt x="1543" y="156"/>
                    <a:pt x="1569" y="142"/>
                  </a:cubicBezTo>
                  <a:lnTo>
                    <a:pt x="1657" y="85"/>
                  </a:lnTo>
                  <a:cubicBezTo>
                    <a:pt x="1710" y="47"/>
                    <a:pt x="1769" y="18"/>
                    <a:pt x="1831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1438E213-1713-CCBC-8B9F-64411DCE4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480"/>
              <a:ext cx="479" cy="1096"/>
            </a:xfrm>
            <a:custGeom>
              <a:avLst/>
              <a:gdLst>
                <a:gd name="T0" fmla="*/ 0 w 1591"/>
                <a:gd name="T1" fmla="*/ 0 h 3641"/>
                <a:gd name="T2" fmla="*/ 139 w 1591"/>
                <a:gd name="T3" fmla="*/ 35 h 3641"/>
                <a:gd name="T4" fmla="*/ 240 w 1591"/>
                <a:gd name="T5" fmla="*/ 63 h 3641"/>
                <a:gd name="T6" fmla="*/ 349 w 1591"/>
                <a:gd name="T7" fmla="*/ 94 h 3641"/>
                <a:gd name="T8" fmla="*/ 436 w 1591"/>
                <a:gd name="T9" fmla="*/ 98 h 3641"/>
                <a:gd name="T10" fmla="*/ 524 w 1591"/>
                <a:gd name="T11" fmla="*/ 115 h 3641"/>
                <a:gd name="T12" fmla="*/ 589 w 1591"/>
                <a:gd name="T13" fmla="*/ 142 h 3641"/>
                <a:gd name="T14" fmla="*/ 665 w 1591"/>
                <a:gd name="T15" fmla="*/ 185 h 3641"/>
                <a:gd name="T16" fmla="*/ 764 w 1591"/>
                <a:gd name="T17" fmla="*/ 259 h 3641"/>
                <a:gd name="T18" fmla="*/ 844 w 1591"/>
                <a:gd name="T19" fmla="*/ 334 h 3641"/>
                <a:gd name="T20" fmla="*/ 938 w 1591"/>
                <a:gd name="T21" fmla="*/ 464 h 3641"/>
                <a:gd name="T22" fmla="*/ 1038 w 1591"/>
                <a:gd name="T23" fmla="*/ 646 h 3641"/>
                <a:gd name="T24" fmla="*/ 1126 w 1591"/>
                <a:gd name="T25" fmla="*/ 870 h 3641"/>
                <a:gd name="T26" fmla="*/ 1222 w 1591"/>
                <a:gd name="T27" fmla="*/ 1438 h 3641"/>
                <a:gd name="T28" fmla="*/ 1209 w 1591"/>
                <a:gd name="T29" fmla="*/ 1787 h 3641"/>
                <a:gd name="T30" fmla="*/ 1281 w 1591"/>
                <a:gd name="T31" fmla="*/ 2107 h 3641"/>
                <a:gd name="T32" fmla="*/ 1462 w 1591"/>
                <a:gd name="T33" fmla="*/ 2607 h 3641"/>
                <a:gd name="T34" fmla="*/ 1543 w 1591"/>
                <a:gd name="T35" fmla="*/ 2998 h 3641"/>
                <a:gd name="T36" fmla="*/ 1558 w 1591"/>
                <a:gd name="T37" fmla="*/ 3327 h 3641"/>
                <a:gd name="T38" fmla="*/ 1560 w 1591"/>
                <a:gd name="T39" fmla="*/ 3476 h 3641"/>
                <a:gd name="T40" fmla="*/ 1591 w 1591"/>
                <a:gd name="T41" fmla="*/ 3641 h 3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91" h="3641">
                  <a:moveTo>
                    <a:pt x="0" y="0"/>
                  </a:moveTo>
                  <a:cubicBezTo>
                    <a:pt x="39" y="32"/>
                    <a:pt x="90" y="44"/>
                    <a:pt x="139" y="35"/>
                  </a:cubicBezTo>
                  <a:cubicBezTo>
                    <a:pt x="175" y="30"/>
                    <a:pt x="212" y="40"/>
                    <a:pt x="240" y="63"/>
                  </a:cubicBezTo>
                  <a:cubicBezTo>
                    <a:pt x="274" y="81"/>
                    <a:pt x="311" y="92"/>
                    <a:pt x="349" y="94"/>
                  </a:cubicBezTo>
                  <a:lnTo>
                    <a:pt x="436" y="98"/>
                  </a:lnTo>
                  <a:lnTo>
                    <a:pt x="524" y="115"/>
                  </a:lnTo>
                  <a:lnTo>
                    <a:pt x="589" y="142"/>
                  </a:lnTo>
                  <a:cubicBezTo>
                    <a:pt x="614" y="157"/>
                    <a:pt x="639" y="171"/>
                    <a:pt x="665" y="185"/>
                  </a:cubicBezTo>
                  <a:lnTo>
                    <a:pt x="764" y="259"/>
                  </a:lnTo>
                  <a:lnTo>
                    <a:pt x="844" y="334"/>
                  </a:lnTo>
                  <a:cubicBezTo>
                    <a:pt x="884" y="370"/>
                    <a:pt x="916" y="415"/>
                    <a:pt x="938" y="464"/>
                  </a:cubicBezTo>
                  <a:lnTo>
                    <a:pt x="1038" y="646"/>
                  </a:lnTo>
                  <a:lnTo>
                    <a:pt x="1126" y="870"/>
                  </a:lnTo>
                  <a:cubicBezTo>
                    <a:pt x="1186" y="1054"/>
                    <a:pt x="1218" y="1245"/>
                    <a:pt x="1222" y="1438"/>
                  </a:cubicBezTo>
                  <a:lnTo>
                    <a:pt x="1209" y="1787"/>
                  </a:lnTo>
                  <a:cubicBezTo>
                    <a:pt x="1223" y="1896"/>
                    <a:pt x="1247" y="2003"/>
                    <a:pt x="1281" y="2107"/>
                  </a:cubicBezTo>
                  <a:lnTo>
                    <a:pt x="1462" y="2607"/>
                  </a:lnTo>
                  <a:cubicBezTo>
                    <a:pt x="1504" y="2734"/>
                    <a:pt x="1531" y="2865"/>
                    <a:pt x="1543" y="2998"/>
                  </a:cubicBezTo>
                  <a:lnTo>
                    <a:pt x="1558" y="3327"/>
                  </a:lnTo>
                  <a:lnTo>
                    <a:pt x="1560" y="3476"/>
                  </a:lnTo>
                  <a:cubicBezTo>
                    <a:pt x="1560" y="3532"/>
                    <a:pt x="1570" y="3588"/>
                    <a:pt x="1591" y="3641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2B4642A2-BEE8-1F10-C249-F80576CC0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1539"/>
              <a:ext cx="396" cy="85"/>
            </a:xfrm>
            <a:custGeom>
              <a:avLst/>
              <a:gdLst>
                <a:gd name="T0" fmla="*/ 0 w 1317"/>
                <a:gd name="T1" fmla="*/ 0 h 284"/>
                <a:gd name="T2" fmla="*/ 292 w 1317"/>
                <a:gd name="T3" fmla="*/ 87 h 284"/>
                <a:gd name="T4" fmla="*/ 370 w 1317"/>
                <a:gd name="T5" fmla="*/ 96 h 284"/>
                <a:gd name="T6" fmla="*/ 496 w 1317"/>
                <a:gd name="T7" fmla="*/ 131 h 284"/>
                <a:gd name="T8" fmla="*/ 641 w 1317"/>
                <a:gd name="T9" fmla="*/ 153 h 284"/>
                <a:gd name="T10" fmla="*/ 1088 w 1317"/>
                <a:gd name="T11" fmla="*/ 209 h 284"/>
                <a:gd name="T12" fmla="*/ 1317 w 1317"/>
                <a:gd name="T1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7" h="284">
                  <a:moveTo>
                    <a:pt x="0" y="0"/>
                  </a:moveTo>
                  <a:lnTo>
                    <a:pt x="292" y="87"/>
                  </a:lnTo>
                  <a:lnTo>
                    <a:pt x="370" y="96"/>
                  </a:lnTo>
                  <a:lnTo>
                    <a:pt x="496" y="131"/>
                  </a:lnTo>
                  <a:cubicBezTo>
                    <a:pt x="542" y="148"/>
                    <a:pt x="591" y="155"/>
                    <a:pt x="641" y="153"/>
                  </a:cubicBezTo>
                  <a:cubicBezTo>
                    <a:pt x="792" y="137"/>
                    <a:pt x="945" y="156"/>
                    <a:pt x="1088" y="209"/>
                  </a:cubicBezTo>
                  <a:cubicBezTo>
                    <a:pt x="1161" y="243"/>
                    <a:pt x="1238" y="268"/>
                    <a:pt x="1317" y="284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F1F3364-5F5D-04AD-ABB6-C75405C87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3" y="1499"/>
              <a:ext cx="371" cy="138"/>
            </a:xfrm>
            <a:custGeom>
              <a:avLst/>
              <a:gdLst>
                <a:gd name="T0" fmla="*/ 0 w 1235"/>
                <a:gd name="T1" fmla="*/ 458 h 458"/>
                <a:gd name="T2" fmla="*/ 262 w 1235"/>
                <a:gd name="T3" fmla="*/ 310 h 458"/>
                <a:gd name="T4" fmla="*/ 437 w 1235"/>
                <a:gd name="T5" fmla="*/ 223 h 458"/>
                <a:gd name="T6" fmla="*/ 699 w 1235"/>
                <a:gd name="T7" fmla="*/ 127 h 458"/>
                <a:gd name="T8" fmla="*/ 917 w 1235"/>
                <a:gd name="T9" fmla="*/ 83 h 458"/>
                <a:gd name="T10" fmla="*/ 1235 w 1235"/>
                <a:gd name="T11" fmla="*/ 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5" h="458">
                  <a:moveTo>
                    <a:pt x="0" y="458"/>
                  </a:moveTo>
                  <a:cubicBezTo>
                    <a:pt x="68" y="381"/>
                    <a:pt x="161" y="328"/>
                    <a:pt x="262" y="310"/>
                  </a:cubicBezTo>
                  <a:lnTo>
                    <a:pt x="437" y="223"/>
                  </a:lnTo>
                  <a:cubicBezTo>
                    <a:pt x="513" y="166"/>
                    <a:pt x="604" y="132"/>
                    <a:pt x="699" y="127"/>
                  </a:cubicBezTo>
                  <a:lnTo>
                    <a:pt x="917" y="83"/>
                  </a:lnTo>
                  <a:cubicBezTo>
                    <a:pt x="1022" y="52"/>
                    <a:pt x="1128" y="24"/>
                    <a:pt x="1235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D0D849D-35F2-A3AA-F94D-3C62E5309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1486"/>
              <a:ext cx="26" cy="125"/>
            </a:xfrm>
            <a:custGeom>
              <a:avLst/>
              <a:gdLst>
                <a:gd name="T0" fmla="*/ 0 w 26"/>
                <a:gd name="T1" fmla="*/ 125 h 125"/>
                <a:gd name="T2" fmla="*/ 26 w 26"/>
                <a:gd name="T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" h="125">
                  <a:moveTo>
                    <a:pt x="0" y="125"/>
                  </a:moveTo>
                  <a:cubicBezTo>
                    <a:pt x="15" y="85"/>
                    <a:pt x="24" y="42"/>
                    <a:pt x="26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2B21928D-F687-3F97-A181-950E39AF3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1486"/>
              <a:ext cx="11" cy="138"/>
            </a:xfrm>
            <a:custGeom>
              <a:avLst/>
              <a:gdLst>
                <a:gd name="T0" fmla="*/ 11 w 11"/>
                <a:gd name="T1" fmla="*/ 138 h 138"/>
                <a:gd name="T2" fmla="*/ 4 w 11"/>
                <a:gd name="T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" h="138">
                  <a:moveTo>
                    <a:pt x="11" y="138"/>
                  </a:moveTo>
                  <a:cubicBezTo>
                    <a:pt x="3" y="93"/>
                    <a:pt x="0" y="46"/>
                    <a:pt x="4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E10B954D-FE92-70DC-8219-B04E36A63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1913"/>
              <a:ext cx="512" cy="432"/>
            </a:xfrm>
            <a:custGeom>
              <a:avLst/>
              <a:gdLst>
                <a:gd name="T0" fmla="*/ 1702 w 1702"/>
                <a:gd name="T1" fmla="*/ 0 h 1435"/>
                <a:gd name="T2" fmla="*/ 1615 w 1702"/>
                <a:gd name="T3" fmla="*/ 523 h 1435"/>
                <a:gd name="T4" fmla="*/ 1309 w 1702"/>
                <a:gd name="T5" fmla="*/ 1178 h 1435"/>
                <a:gd name="T6" fmla="*/ 960 w 1702"/>
                <a:gd name="T7" fmla="*/ 1335 h 1435"/>
                <a:gd name="T8" fmla="*/ 0 w 1702"/>
                <a:gd name="T9" fmla="*/ 1370 h 1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2" h="1435">
                  <a:moveTo>
                    <a:pt x="1702" y="0"/>
                  </a:moveTo>
                  <a:lnTo>
                    <a:pt x="1615" y="523"/>
                  </a:lnTo>
                  <a:cubicBezTo>
                    <a:pt x="1580" y="767"/>
                    <a:pt x="1473" y="995"/>
                    <a:pt x="1309" y="1178"/>
                  </a:cubicBezTo>
                  <a:cubicBezTo>
                    <a:pt x="1203" y="1250"/>
                    <a:pt x="1085" y="1303"/>
                    <a:pt x="960" y="1335"/>
                  </a:cubicBezTo>
                  <a:cubicBezTo>
                    <a:pt x="648" y="1424"/>
                    <a:pt x="318" y="1435"/>
                    <a:pt x="0" y="137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D0EB62F5-B6C7-B8D6-F0B7-D179C7BDD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2122"/>
              <a:ext cx="117" cy="723"/>
            </a:xfrm>
            <a:custGeom>
              <a:avLst/>
              <a:gdLst>
                <a:gd name="T0" fmla="*/ 0 w 387"/>
                <a:gd name="T1" fmla="*/ 0 h 2401"/>
                <a:gd name="T2" fmla="*/ 59 w 387"/>
                <a:gd name="T3" fmla="*/ 620 h 2401"/>
                <a:gd name="T4" fmla="*/ 81 w 387"/>
                <a:gd name="T5" fmla="*/ 764 h 2401"/>
                <a:gd name="T6" fmla="*/ 169 w 387"/>
                <a:gd name="T7" fmla="*/ 1266 h 2401"/>
                <a:gd name="T8" fmla="*/ 234 w 387"/>
                <a:gd name="T9" fmla="*/ 1506 h 2401"/>
                <a:gd name="T10" fmla="*/ 299 w 387"/>
                <a:gd name="T11" fmla="*/ 1703 h 2401"/>
                <a:gd name="T12" fmla="*/ 310 w 387"/>
                <a:gd name="T13" fmla="*/ 1746 h 2401"/>
                <a:gd name="T14" fmla="*/ 321 w 387"/>
                <a:gd name="T15" fmla="*/ 1877 h 2401"/>
                <a:gd name="T16" fmla="*/ 343 w 387"/>
                <a:gd name="T17" fmla="*/ 1943 h 2401"/>
                <a:gd name="T18" fmla="*/ 343 w 387"/>
                <a:gd name="T19" fmla="*/ 2008 h 2401"/>
                <a:gd name="T20" fmla="*/ 365 w 387"/>
                <a:gd name="T21" fmla="*/ 2052 h 2401"/>
                <a:gd name="T22" fmla="*/ 365 w 387"/>
                <a:gd name="T23" fmla="*/ 2161 h 2401"/>
                <a:gd name="T24" fmla="*/ 365 w 387"/>
                <a:gd name="T25" fmla="*/ 2248 h 2401"/>
                <a:gd name="T26" fmla="*/ 387 w 387"/>
                <a:gd name="T27" fmla="*/ 2401 h 2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2401">
                  <a:moveTo>
                    <a:pt x="0" y="0"/>
                  </a:moveTo>
                  <a:cubicBezTo>
                    <a:pt x="3" y="208"/>
                    <a:pt x="23" y="416"/>
                    <a:pt x="59" y="620"/>
                  </a:cubicBezTo>
                  <a:lnTo>
                    <a:pt x="81" y="764"/>
                  </a:lnTo>
                  <a:cubicBezTo>
                    <a:pt x="103" y="933"/>
                    <a:pt x="132" y="1100"/>
                    <a:pt x="169" y="1266"/>
                  </a:cubicBezTo>
                  <a:cubicBezTo>
                    <a:pt x="192" y="1346"/>
                    <a:pt x="214" y="1426"/>
                    <a:pt x="234" y="1506"/>
                  </a:cubicBezTo>
                  <a:cubicBezTo>
                    <a:pt x="259" y="1571"/>
                    <a:pt x="281" y="1636"/>
                    <a:pt x="299" y="1703"/>
                  </a:cubicBezTo>
                  <a:lnTo>
                    <a:pt x="310" y="1746"/>
                  </a:lnTo>
                  <a:cubicBezTo>
                    <a:pt x="313" y="1790"/>
                    <a:pt x="317" y="1834"/>
                    <a:pt x="321" y="1877"/>
                  </a:cubicBezTo>
                  <a:lnTo>
                    <a:pt x="343" y="1943"/>
                  </a:lnTo>
                  <a:lnTo>
                    <a:pt x="343" y="2008"/>
                  </a:lnTo>
                  <a:lnTo>
                    <a:pt x="365" y="2052"/>
                  </a:lnTo>
                  <a:lnTo>
                    <a:pt x="365" y="2161"/>
                  </a:lnTo>
                  <a:cubicBezTo>
                    <a:pt x="364" y="2190"/>
                    <a:pt x="364" y="2219"/>
                    <a:pt x="365" y="2248"/>
                  </a:cubicBezTo>
                  <a:lnTo>
                    <a:pt x="387" y="2401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88142C3-ACEA-A406-E016-85E176F98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2134"/>
              <a:ext cx="101" cy="711"/>
            </a:xfrm>
            <a:custGeom>
              <a:avLst/>
              <a:gdLst>
                <a:gd name="T0" fmla="*/ 0 w 334"/>
                <a:gd name="T1" fmla="*/ 2362 h 2362"/>
                <a:gd name="T2" fmla="*/ 13 w 334"/>
                <a:gd name="T3" fmla="*/ 2187 h 2362"/>
                <a:gd name="T4" fmla="*/ 22 w 334"/>
                <a:gd name="T5" fmla="*/ 2078 h 2362"/>
                <a:gd name="T6" fmla="*/ 22 w 334"/>
                <a:gd name="T7" fmla="*/ 1838 h 2362"/>
                <a:gd name="T8" fmla="*/ 44 w 334"/>
                <a:gd name="T9" fmla="*/ 1598 h 2362"/>
                <a:gd name="T10" fmla="*/ 87 w 334"/>
                <a:gd name="T11" fmla="*/ 1424 h 2362"/>
                <a:gd name="T12" fmla="*/ 153 w 334"/>
                <a:gd name="T13" fmla="*/ 1184 h 2362"/>
                <a:gd name="T14" fmla="*/ 196 w 334"/>
                <a:gd name="T15" fmla="*/ 813 h 2362"/>
                <a:gd name="T16" fmla="*/ 240 w 334"/>
                <a:gd name="T17" fmla="*/ 638 h 2362"/>
                <a:gd name="T18" fmla="*/ 314 w 334"/>
                <a:gd name="T19" fmla="*/ 0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4" h="2362">
                  <a:moveTo>
                    <a:pt x="0" y="2362"/>
                  </a:moveTo>
                  <a:lnTo>
                    <a:pt x="13" y="2187"/>
                  </a:lnTo>
                  <a:lnTo>
                    <a:pt x="22" y="2078"/>
                  </a:lnTo>
                  <a:cubicBezTo>
                    <a:pt x="31" y="1998"/>
                    <a:pt x="31" y="1918"/>
                    <a:pt x="22" y="1838"/>
                  </a:cubicBezTo>
                  <a:cubicBezTo>
                    <a:pt x="18" y="1758"/>
                    <a:pt x="26" y="1677"/>
                    <a:pt x="44" y="1598"/>
                  </a:cubicBezTo>
                  <a:cubicBezTo>
                    <a:pt x="51" y="1538"/>
                    <a:pt x="66" y="1480"/>
                    <a:pt x="87" y="1424"/>
                  </a:cubicBezTo>
                  <a:lnTo>
                    <a:pt x="153" y="1184"/>
                  </a:lnTo>
                  <a:cubicBezTo>
                    <a:pt x="164" y="1060"/>
                    <a:pt x="179" y="936"/>
                    <a:pt x="196" y="813"/>
                  </a:cubicBezTo>
                  <a:cubicBezTo>
                    <a:pt x="210" y="754"/>
                    <a:pt x="224" y="696"/>
                    <a:pt x="240" y="638"/>
                  </a:cubicBezTo>
                  <a:cubicBezTo>
                    <a:pt x="309" y="433"/>
                    <a:pt x="334" y="216"/>
                    <a:pt x="314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FF93B22-E870-B386-DB99-2ED9B9D2F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" y="2326"/>
              <a:ext cx="92" cy="519"/>
            </a:xfrm>
            <a:custGeom>
              <a:avLst/>
              <a:gdLst>
                <a:gd name="T0" fmla="*/ 0 w 306"/>
                <a:gd name="T1" fmla="*/ 0 h 1723"/>
                <a:gd name="T2" fmla="*/ 175 w 306"/>
                <a:gd name="T3" fmla="*/ 484 h 1723"/>
                <a:gd name="T4" fmla="*/ 236 w 306"/>
                <a:gd name="T5" fmla="*/ 632 h 1723"/>
                <a:gd name="T6" fmla="*/ 274 w 306"/>
                <a:gd name="T7" fmla="*/ 828 h 1723"/>
                <a:gd name="T8" fmla="*/ 299 w 306"/>
                <a:gd name="T9" fmla="*/ 1057 h 1723"/>
                <a:gd name="T10" fmla="*/ 306 w 306"/>
                <a:gd name="T11" fmla="*/ 1295 h 1723"/>
                <a:gd name="T12" fmla="*/ 295 w 306"/>
                <a:gd name="T13" fmla="*/ 1439 h 1723"/>
                <a:gd name="T14" fmla="*/ 212 w 306"/>
                <a:gd name="T15" fmla="*/ 1723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6" h="1723">
                  <a:moveTo>
                    <a:pt x="0" y="0"/>
                  </a:moveTo>
                  <a:lnTo>
                    <a:pt x="175" y="484"/>
                  </a:lnTo>
                  <a:lnTo>
                    <a:pt x="236" y="632"/>
                  </a:lnTo>
                  <a:lnTo>
                    <a:pt x="274" y="828"/>
                  </a:lnTo>
                  <a:lnTo>
                    <a:pt x="299" y="1057"/>
                  </a:lnTo>
                  <a:lnTo>
                    <a:pt x="306" y="1295"/>
                  </a:lnTo>
                  <a:lnTo>
                    <a:pt x="295" y="1439"/>
                  </a:lnTo>
                  <a:cubicBezTo>
                    <a:pt x="290" y="1539"/>
                    <a:pt x="262" y="1636"/>
                    <a:pt x="212" y="1723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95024E8-9C4F-9BA8-0327-F0E1440FF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" y="2313"/>
              <a:ext cx="81" cy="532"/>
            </a:xfrm>
            <a:custGeom>
              <a:avLst/>
              <a:gdLst>
                <a:gd name="T0" fmla="*/ 267 w 267"/>
                <a:gd name="T1" fmla="*/ 0 h 1768"/>
                <a:gd name="T2" fmla="*/ 148 w 267"/>
                <a:gd name="T3" fmla="*/ 350 h 1768"/>
                <a:gd name="T4" fmla="*/ 69 w 267"/>
                <a:gd name="T5" fmla="*/ 655 h 1768"/>
                <a:gd name="T6" fmla="*/ 4 w 267"/>
                <a:gd name="T7" fmla="*/ 1135 h 1768"/>
                <a:gd name="T8" fmla="*/ 25 w 267"/>
                <a:gd name="T9" fmla="*/ 1375 h 1768"/>
                <a:gd name="T10" fmla="*/ 113 w 267"/>
                <a:gd name="T11" fmla="*/ 1768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7" h="1768">
                  <a:moveTo>
                    <a:pt x="267" y="0"/>
                  </a:moveTo>
                  <a:lnTo>
                    <a:pt x="148" y="350"/>
                  </a:lnTo>
                  <a:lnTo>
                    <a:pt x="69" y="655"/>
                  </a:lnTo>
                  <a:cubicBezTo>
                    <a:pt x="22" y="811"/>
                    <a:pt x="0" y="973"/>
                    <a:pt x="4" y="1135"/>
                  </a:cubicBezTo>
                  <a:lnTo>
                    <a:pt x="25" y="1375"/>
                  </a:lnTo>
                  <a:lnTo>
                    <a:pt x="113" y="1768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3C8F295-3EC2-61F6-686E-78DD1F8D6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" y="1910"/>
              <a:ext cx="511" cy="432"/>
            </a:xfrm>
            <a:custGeom>
              <a:avLst/>
              <a:gdLst>
                <a:gd name="T0" fmla="*/ 0 w 1701"/>
                <a:gd name="T1" fmla="*/ 0 h 1436"/>
                <a:gd name="T2" fmla="*/ 87 w 1701"/>
                <a:gd name="T3" fmla="*/ 523 h 1436"/>
                <a:gd name="T4" fmla="*/ 392 w 1701"/>
                <a:gd name="T5" fmla="*/ 1178 h 1436"/>
                <a:gd name="T6" fmla="*/ 741 w 1701"/>
                <a:gd name="T7" fmla="*/ 1335 h 1436"/>
                <a:gd name="T8" fmla="*/ 1701 w 1701"/>
                <a:gd name="T9" fmla="*/ 137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1" h="1436">
                  <a:moveTo>
                    <a:pt x="0" y="0"/>
                  </a:moveTo>
                  <a:lnTo>
                    <a:pt x="87" y="523"/>
                  </a:lnTo>
                  <a:cubicBezTo>
                    <a:pt x="122" y="767"/>
                    <a:pt x="228" y="995"/>
                    <a:pt x="392" y="1178"/>
                  </a:cubicBezTo>
                  <a:cubicBezTo>
                    <a:pt x="499" y="1251"/>
                    <a:pt x="617" y="1304"/>
                    <a:pt x="741" y="1335"/>
                  </a:cubicBezTo>
                  <a:cubicBezTo>
                    <a:pt x="1054" y="1424"/>
                    <a:pt x="1383" y="1436"/>
                    <a:pt x="1701" y="137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DB3C35C-77AB-A4C8-D19F-688013D8B1E5}"/>
              </a:ext>
            </a:extLst>
          </p:cNvPr>
          <p:cNvSpPr/>
          <p:nvPr/>
        </p:nvSpPr>
        <p:spPr>
          <a:xfrm>
            <a:off x="508000" y="3644900"/>
            <a:ext cx="3492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641FD5-76F9-2C60-2310-995396114B2E}"/>
              </a:ext>
            </a:extLst>
          </p:cNvPr>
          <p:cNvSpPr txBox="1"/>
          <p:nvPr/>
        </p:nvSpPr>
        <p:spPr>
          <a:xfrm>
            <a:off x="508000" y="5346700"/>
            <a:ext cx="349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Upper Body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6144" name="Group 62">
            <a:extLst>
              <a:ext uri="{FF2B5EF4-FFF2-40B4-BE49-F238E27FC236}">
                <a16:creationId xmlns:a16="http://schemas.microsoft.com/office/drawing/2014/main" id="{34B37973-37BA-E576-6AAE-E6B4EA0B389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52426" y="3746500"/>
            <a:ext cx="1603647" cy="1524000"/>
            <a:chOff x="2491" y="878"/>
            <a:chExt cx="2698" cy="2564"/>
          </a:xfrm>
        </p:grpSpPr>
        <p:sp>
          <p:nvSpPr>
            <p:cNvPr id="6145" name="AutoShape 61">
              <a:extLst>
                <a:ext uri="{FF2B5EF4-FFF2-40B4-BE49-F238E27FC236}">
                  <a16:creationId xmlns:a16="http://schemas.microsoft.com/office/drawing/2014/main" id="{85C44FB8-1BB1-35CD-7B41-B349A6FD3C7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491" y="878"/>
              <a:ext cx="2698" cy="2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46" name="Freeform 63">
              <a:extLst>
                <a:ext uri="{FF2B5EF4-FFF2-40B4-BE49-F238E27FC236}">
                  <a16:creationId xmlns:a16="http://schemas.microsoft.com/office/drawing/2014/main" id="{3650DDE1-ECBA-55AC-CCCE-8E9580CD0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1275"/>
              <a:ext cx="1011" cy="2154"/>
            </a:xfrm>
            <a:custGeom>
              <a:avLst/>
              <a:gdLst>
                <a:gd name="T0" fmla="*/ 0 w 3362"/>
                <a:gd name="T1" fmla="*/ 7165 h 7165"/>
                <a:gd name="T2" fmla="*/ 19 w 3362"/>
                <a:gd name="T3" fmla="*/ 6736 h 7165"/>
                <a:gd name="T4" fmla="*/ 19 w 3362"/>
                <a:gd name="T5" fmla="*/ 6449 h 7165"/>
                <a:gd name="T6" fmla="*/ 42 w 3362"/>
                <a:gd name="T7" fmla="*/ 6222 h 7165"/>
                <a:gd name="T8" fmla="*/ 72 w 3362"/>
                <a:gd name="T9" fmla="*/ 6086 h 7165"/>
                <a:gd name="T10" fmla="*/ 171 w 3362"/>
                <a:gd name="T11" fmla="*/ 5806 h 7165"/>
                <a:gd name="T12" fmla="*/ 260 w 3362"/>
                <a:gd name="T13" fmla="*/ 5617 h 7165"/>
                <a:gd name="T14" fmla="*/ 397 w 3362"/>
                <a:gd name="T15" fmla="*/ 5186 h 7165"/>
                <a:gd name="T16" fmla="*/ 382 w 3362"/>
                <a:gd name="T17" fmla="*/ 4597 h 7165"/>
                <a:gd name="T18" fmla="*/ 1214 w 3362"/>
                <a:gd name="T19" fmla="*/ 3312 h 7165"/>
                <a:gd name="T20" fmla="*/ 1507 w 3362"/>
                <a:gd name="T21" fmla="*/ 3123 h 7165"/>
                <a:gd name="T22" fmla="*/ 1697 w 3362"/>
                <a:gd name="T23" fmla="*/ 2994 h 7165"/>
                <a:gd name="T24" fmla="*/ 1871 w 3362"/>
                <a:gd name="T25" fmla="*/ 2971 h 7165"/>
                <a:gd name="T26" fmla="*/ 2098 w 3362"/>
                <a:gd name="T27" fmla="*/ 2820 h 7165"/>
                <a:gd name="T28" fmla="*/ 2627 w 3362"/>
                <a:gd name="T29" fmla="*/ 2518 h 7165"/>
                <a:gd name="T30" fmla="*/ 3081 w 3362"/>
                <a:gd name="T31" fmla="*/ 2253 h 7165"/>
                <a:gd name="T32" fmla="*/ 3330 w 3362"/>
                <a:gd name="T33" fmla="*/ 1996 h 7165"/>
                <a:gd name="T34" fmla="*/ 3360 w 3362"/>
                <a:gd name="T35" fmla="*/ 1649 h 7165"/>
                <a:gd name="T36" fmla="*/ 3330 w 3362"/>
                <a:gd name="T37" fmla="*/ 1437 h 7165"/>
                <a:gd name="T38" fmla="*/ 3285 w 3362"/>
                <a:gd name="T39" fmla="*/ 1225 h 7165"/>
                <a:gd name="T40" fmla="*/ 3270 w 3362"/>
                <a:gd name="T41" fmla="*/ 1074 h 7165"/>
                <a:gd name="T42" fmla="*/ 3255 w 3362"/>
                <a:gd name="T43" fmla="*/ 847 h 7165"/>
                <a:gd name="T44" fmla="*/ 3065 w 3362"/>
                <a:gd name="T45" fmla="*/ 911 h 7165"/>
                <a:gd name="T46" fmla="*/ 3058 w 3362"/>
                <a:gd name="T47" fmla="*/ 908 h 7165"/>
                <a:gd name="T48" fmla="*/ 2983 w 3362"/>
                <a:gd name="T49" fmla="*/ 772 h 7165"/>
                <a:gd name="T50" fmla="*/ 2952 w 3362"/>
                <a:gd name="T51" fmla="*/ 590 h 7165"/>
                <a:gd name="T52" fmla="*/ 2922 w 3362"/>
                <a:gd name="T53" fmla="*/ 303 h 7165"/>
                <a:gd name="T54" fmla="*/ 2922 w 3362"/>
                <a:gd name="T55" fmla="*/ 122 h 7165"/>
                <a:gd name="T56" fmla="*/ 2930 w 3362"/>
                <a:gd name="T57" fmla="*/ 46 h 7165"/>
                <a:gd name="T58" fmla="*/ 2952 w 3362"/>
                <a:gd name="T59" fmla="*/ 16 h 7165"/>
                <a:gd name="T60" fmla="*/ 2983 w 3362"/>
                <a:gd name="T61" fmla="*/ 1 h 7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362" h="7165">
                  <a:moveTo>
                    <a:pt x="0" y="7165"/>
                  </a:moveTo>
                  <a:lnTo>
                    <a:pt x="19" y="6736"/>
                  </a:lnTo>
                  <a:lnTo>
                    <a:pt x="19" y="6449"/>
                  </a:lnTo>
                  <a:lnTo>
                    <a:pt x="42" y="6222"/>
                  </a:lnTo>
                  <a:lnTo>
                    <a:pt x="72" y="6086"/>
                  </a:lnTo>
                  <a:lnTo>
                    <a:pt x="171" y="5806"/>
                  </a:lnTo>
                  <a:cubicBezTo>
                    <a:pt x="192" y="5740"/>
                    <a:pt x="222" y="5676"/>
                    <a:pt x="260" y="5617"/>
                  </a:cubicBezTo>
                  <a:cubicBezTo>
                    <a:pt x="355" y="5494"/>
                    <a:pt x="404" y="5341"/>
                    <a:pt x="397" y="5186"/>
                  </a:cubicBezTo>
                  <a:lnTo>
                    <a:pt x="382" y="4597"/>
                  </a:lnTo>
                  <a:cubicBezTo>
                    <a:pt x="412" y="4051"/>
                    <a:pt x="728" y="3562"/>
                    <a:pt x="1214" y="3312"/>
                  </a:cubicBezTo>
                  <a:cubicBezTo>
                    <a:pt x="1323" y="3268"/>
                    <a:pt x="1422" y="3204"/>
                    <a:pt x="1507" y="3123"/>
                  </a:cubicBezTo>
                  <a:cubicBezTo>
                    <a:pt x="1545" y="3051"/>
                    <a:pt x="1617" y="3003"/>
                    <a:pt x="1697" y="2994"/>
                  </a:cubicBezTo>
                  <a:cubicBezTo>
                    <a:pt x="1756" y="3005"/>
                    <a:pt x="1817" y="2997"/>
                    <a:pt x="1871" y="2971"/>
                  </a:cubicBezTo>
                  <a:cubicBezTo>
                    <a:pt x="1945" y="2918"/>
                    <a:pt x="2021" y="2868"/>
                    <a:pt x="2098" y="2820"/>
                  </a:cubicBezTo>
                  <a:lnTo>
                    <a:pt x="2627" y="2518"/>
                  </a:lnTo>
                  <a:lnTo>
                    <a:pt x="3081" y="2253"/>
                  </a:lnTo>
                  <a:lnTo>
                    <a:pt x="3330" y="1996"/>
                  </a:lnTo>
                  <a:cubicBezTo>
                    <a:pt x="3352" y="1882"/>
                    <a:pt x="3362" y="1765"/>
                    <a:pt x="3360" y="1649"/>
                  </a:cubicBezTo>
                  <a:lnTo>
                    <a:pt x="3330" y="1437"/>
                  </a:lnTo>
                  <a:lnTo>
                    <a:pt x="3285" y="1225"/>
                  </a:lnTo>
                  <a:cubicBezTo>
                    <a:pt x="3273" y="1176"/>
                    <a:pt x="3268" y="1125"/>
                    <a:pt x="3270" y="1074"/>
                  </a:cubicBezTo>
                  <a:lnTo>
                    <a:pt x="3255" y="847"/>
                  </a:lnTo>
                  <a:cubicBezTo>
                    <a:pt x="3220" y="917"/>
                    <a:pt x="3135" y="946"/>
                    <a:pt x="3065" y="911"/>
                  </a:cubicBezTo>
                  <a:cubicBezTo>
                    <a:pt x="3063" y="910"/>
                    <a:pt x="3060" y="909"/>
                    <a:pt x="3058" y="908"/>
                  </a:cubicBezTo>
                  <a:cubicBezTo>
                    <a:pt x="3011" y="878"/>
                    <a:pt x="2983" y="827"/>
                    <a:pt x="2983" y="772"/>
                  </a:cubicBezTo>
                  <a:cubicBezTo>
                    <a:pt x="2969" y="712"/>
                    <a:pt x="2959" y="651"/>
                    <a:pt x="2952" y="590"/>
                  </a:cubicBezTo>
                  <a:lnTo>
                    <a:pt x="2922" y="303"/>
                  </a:lnTo>
                  <a:lnTo>
                    <a:pt x="2922" y="122"/>
                  </a:lnTo>
                  <a:lnTo>
                    <a:pt x="2930" y="46"/>
                  </a:lnTo>
                  <a:cubicBezTo>
                    <a:pt x="2936" y="35"/>
                    <a:pt x="2944" y="25"/>
                    <a:pt x="2952" y="16"/>
                  </a:cubicBezTo>
                  <a:cubicBezTo>
                    <a:pt x="2959" y="6"/>
                    <a:pt x="2971" y="0"/>
                    <a:pt x="2983" y="1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47" name="Freeform 64">
              <a:extLst>
                <a:ext uri="{FF2B5EF4-FFF2-40B4-BE49-F238E27FC236}">
                  <a16:creationId xmlns:a16="http://schemas.microsoft.com/office/drawing/2014/main" id="{8B087D3D-C308-5E49-6669-5814CE86C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1566"/>
              <a:ext cx="352" cy="388"/>
            </a:xfrm>
            <a:custGeom>
              <a:avLst/>
              <a:gdLst>
                <a:gd name="T0" fmla="*/ 0 w 1171"/>
                <a:gd name="T1" fmla="*/ 1285 h 1292"/>
                <a:gd name="T2" fmla="*/ 189 w 1171"/>
                <a:gd name="T3" fmla="*/ 1285 h 1292"/>
                <a:gd name="T4" fmla="*/ 400 w 1171"/>
                <a:gd name="T5" fmla="*/ 1232 h 1292"/>
                <a:gd name="T6" fmla="*/ 567 w 1171"/>
                <a:gd name="T7" fmla="*/ 1096 h 1292"/>
                <a:gd name="T8" fmla="*/ 718 w 1171"/>
                <a:gd name="T9" fmla="*/ 907 h 1292"/>
                <a:gd name="T10" fmla="*/ 907 w 1171"/>
                <a:gd name="T11" fmla="*/ 718 h 1292"/>
                <a:gd name="T12" fmla="*/ 1020 w 1171"/>
                <a:gd name="T13" fmla="*/ 552 h 1292"/>
                <a:gd name="T14" fmla="*/ 1096 w 1171"/>
                <a:gd name="T15" fmla="*/ 378 h 1292"/>
                <a:gd name="T16" fmla="*/ 1171 w 1171"/>
                <a:gd name="T17" fmla="*/ 0 h 1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1" h="1292">
                  <a:moveTo>
                    <a:pt x="0" y="1285"/>
                  </a:moveTo>
                  <a:lnTo>
                    <a:pt x="189" y="1285"/>
                  </a:lnTo>
                  <a:cubicBezTo>
                    <a:pt x="263" y="1292"/>
                    <a:pt x="338" y="1273"/>
                    <a:pt x="400" y="1232"/>
                  </a:cubicBezTo>
                  <a:lnTo>
                    <a:pt x="567" y="1096"/>
                  </a:lnTo>
                  <a:lnTo>
                    <a:pt x="718" y="907"/>
                  </a:lnTo>
                  <a:lnTo>
                    <a:pt x="907" y="718"/>
                  </a:lnTo>
                  <a:lnTo>
                    <a:pt x="1020" y="552"/>
                  </a:lnTo>
                  <a:cubicBezTo>
                    <a:pt x="1047" y="495"/>
                    <a:pt x="1072" y="437"/>
                    <a:pt x="1096" y="378"/>
                  </a:cubicBezTo>
                  <a:lnTo>
                    <a:pt x="1171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48" name="Freeform 65">
              <a:extLst>
                <a:ext uri="{FF2B5EF4-FFF2-40B4-BE49-F238E27FC236}">
                  <a16:creationId xmlns:a16="http://schemas.microsoft.com/office/drawing/2014/main" id="{60F74744-2501-3D19-D364-8C64259B9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0" y="1673"/>
              <a:ext cx="504" cy="495"/>
            </a:xfrm>
            <a:custGeom>
              <a:avLst/>
              <a:gdLst>
                <a:gd name="T0" fmla="*/ 54 w 1675"/>
                <a:gd name="T1" fmla="*/ 0 h 1645"/>
                <a:gd name="T2" fmla="*/ 12 w 1675"/>
                <a:gd name="T3" fmla="*/ 511 h 1645"/>
                <a:gd name="T4" fmla="*/ 125 w 1675"/>
                <a:gd name="T5" fmla="*/ 776 h 1645"/>
                <a:gd name="T6" fmla="*/ 390 w 1675"/>
                <a:gd name="T7" fmla="*/ 965 h 1645"/>
                <a:gd name="T8" fmla="*/ 654 w 1675"/>
                <a:gd name="T9" fmla="*/ 1078 h 1645"/>
                <a:gd name="T10" fmla="*/ 995 w 1675"/>
                <a:gd name="T11" fmla="*/ 1245 h 1645"/>
                <a:gd name="T12" fmla="*/ 1524 w 1675"/>
                <a:gd name="T13" fmla="*/ 1547 h 1645"/>
                <a:gd name="T14" fmla="*/ 1675 w 1675"/>
                <a:gd name="T15" fmla="*/ 1645 h 1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75" h="1645">
                  <a:moveTo>
                    <a:pt x="54" y="0"/>
                  </a:moveTo>
                  <a:lnTo>
                    <a:pt x="12" y="511"/>
                  </a:lnTo>
                  <a:cubicBezTo>
                    <a:pt x="0" y="614"/>
                    <a:pt x="43" y="714"/>
                    <a:pt x="125" y="776"/>
                  </a:cubicBezTo>
                  <a:cubicBezTo>
                    <a:pt x="212" y="842"/>
                    <a:pt x="300" y="905"/>
                    <a:pt x="390" y="965"/>
                  </a:cubicBezTo>
                  <a:lnTo>
                    <a:pt x="654" y="1078"/>
                  </a:lnTo>
                  <a:lnTo>
                    <a:pt x="995" y="1245"/>
                  </a:lnTo>
                  <a:lnTo>
                    <a:pt x="1524" y="1547"/>
                  </a:lnTo>
                  <a:lnTo>
                    <a:pt x="1675" y="1645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49" name="Freeform 66">
              <a:extLst>
                <a:ext uri="{FF2B5EF4-FFF2-40B4-BE49-F238E27FC236}">
                  <a16:creationId xmlns:a16="http://schemas.microsoft.com/office/drawing/2014/main" id="{BD22B731-2C6D-B51A-FC87-2C69E2484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163"/>
              <a:ext cx="1197" cy="1266"/>
            </a:xfrm>
            <a:custGeom>
              <a:avLst/>
              <a:gdLst>
                <a:gd name="T0" fmla="*/ 0 w 3983"/>
                <a:gd name="T1" fmla="*/ 395 h 4211"/>
                <a:gd name="T2" fmla="*/ 525 w 3983"/>
                <a:gd name="T3" fmla="*/ 131 h 4211"/>
                <a:gd name="T4" fmla="*/ 695 w 3983"/>
                <a:gd name="T5" fmla="*/ 116 h 4211"/>
                <a:gd name="T6" fmla="*/ 922 w 3983"/>
                <a:gd name="T7" fmla="*/ 93 h 4211"/>
                <a:gd name="T8" fmla="*/ 1187 w 3983"/>
                <a:gd name="T9" fmla="*/ 78 h 4211"/>
                <a:gd name="T10" fmla="*/ 1527 w 3983"/>
                <a:gd name="T11" fmla="*/ 55 h 4211"/>
                <a:gd name="T12" fmla="*/ 1738 w 3983"/>
                <a:gd name="T13" fmla="*/ 70 h 4211"/>
                <a:gd name="T14" fmla="*/ 1920 w 3983"/>
                <a:gd name="T15" fmla="*/ 70 h 4211"/>
                <a:gd name="T16" fmla="*/ 2056 w 3983"/>
                <a:gd name="T17" fmla="*/ 17 h 4211"/>
                <a:gd name="T18" fmla="*/ 2245 w 3983"/>
                <a:gd name="T19" fmla="*/ 55 h 4211"/>
                <a:gd name="T20" fmla="*/ 2373 w 3983"/>
                <a:gd name="T21" fmla="*/ 169 h 4211"/>
                <a:gd name="T22" fmla="*/ 2509 w 3983"/>
                <a:gd name="T23" fmla="*/ 282 h 4211"/>
                <a:gd name="T24" fmla="*/ 2661 w 3983"/>
                <a:gd name="T25" fmla="*/ 358 h 4211"/>
                <a:gd name="T26" fmla="*/ 2774 w 3983"/>
                <a:gd name="T27" fmla="*/ 433 h 4211"/>
                <a:gd name="T28" fmla="*/ 2872 w 3983"/>
                <a:gd name="T29" fmla="*/ 509 h 4211"/>
                <a:gd name="T30" fmla="*/ 3001 w 3983"/>
                <a:gd name="T31" fmla="*/ 622 h 4211"/>
                <a:gd name="T32" fmla="*/ 3099 w 3983"/>
                <a:gd name="T33" fmla="*/ 735 h 4211"/>
                <a:gd name="T34" fmla="*/ 3228 w 3983"/>
                <a:gd name="T35" fmla="*/ 947 h 4211"/>
                <a:gd name="T36" fmla="*/ 3379 w 3983"/>
                <a:gd name="T37" fmla="*/ 1227 h 4211"/>
                <a:gd name="T38" fmla="*/ 3469 w 3983"/>
                <a:gd name="T39" fmla="*/ 1491 h 4211"/>
                <a:gd name="T40" fmla="*/ 3492 w 3983"/>
                <a:gd name="T41" fmla="*/ 1930 h 4211"/>
                <a:gd name="T42" fmla="*/ 3454 w 3983"/>
                <a:gd name="T43" fmla="*/ 2285 h 4211"/>
                <a:gd name="T44" fmla="*/ 3507 w 3983"/>
                <a:gd name="T45" fmla="*/ 2527 h 4211"/>
                <a:gd name="T46" fmla="*/ 3643 w 3983"/>
                <a:gd name="T47" fmla="*/ 2739 h 4211"/>
                <a:gd name="T48" fmla="*/ 3772 w 3983"/>
                <a:gd name="T49" fmla="*/ 3003 h 4211"/>
                <a:gd name="T50" fmla="*/ 3870 w 3983"/>
                <a:gd name="T51" fmla="*/ 3510 h 4211"/>
                <a:gd name="T52" fmla="*/ 3870 w 3983"/>
                <a:gd name="T53" fmla="*/ 3744 h 4211"/>
                <a:gd name="T54" fmla="*/ 3908 w 3983"/>
                <a:gd name="T55" fmla="*/ 3948 h 4211"/>
                <a:gd name="T56" fmla="*/ 3923 w 3983"/>
                <a:gd name="T57" fmla="*/ 4061 h 4211"/>
                <a:gd name="T58" fmla="*/ 3983 w 3983"/>
                <a:gd name="T59" fmla="*/ 4211 h 4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83" h="4211">
                  <a:moveTo>
                    <a:pt x="0" y="395"/>
                  </a:moveTo>
                  <a:cubicBezTo>
                    <a:pt x="132" y="239"/>
                    <a:pt x="321" y="144"/>
                    <a:pt x="525" y="131"/>
                  </a:cubicBezTo>
                  <a:lnTo>
                    <a:pt x="695" y="116"/>
                  </a:lnTo>
                  <a:lnTo>
                    <a:pt x="922" y="93"/>
                  </a:lnTo>
                  <a:lnTo>
                    <a:pt x="1187" y="78"/>
                  </a:lnTo>
                  <a:lnTo>
                    <a:pt x="1527" y="55"/>
                  </a:lnTo>
                  <a:lnTo>
                    <a:pt x="1738" y="70"/>
                  </a:lnTo>
                  <a:lnTo>
                    <a:pt x="1920" y="70"/>
                  </a:lnTo>
                  <a:lnTo>
                    <a:pt x="2056" y="17"/>
                  </a:lnTo>
                  <a:cubicBezTo>
                    <a:pt x="2121" y="0"/>
                    <a:pt x="2191" y="14"/>
                    <a:pt x="2245" y="55"/>
                  </a:cubicBezTo>
                  <a:lnTo>
                    <a:pt x="2373" y="169"/>
                  </a:lnTo>
                  <a:lnTo>
                    <a:pt x="2509" y="282"/>
                  </a:lnTo>
                  <a:cubicBezTo>
                    <a:pt x="2561" y="305"/>
                    <a:pt x="2612" y="330"/>
                    <a:pt x="2661" y="358"/>
                  </a:cubicBezTo>
                  <a:lnTo>
                    <a:pt x="2774" y="433"/>
                  </a:lnTo>
                  <a:lnTo>
                    <a:pt x="2872" y="509"/>
                  </a:lnTo>
                  <a:lnTo>
                    <a:pt x="3001" y="622"/>
                  </a:lnTo>
                  <a:lnTo>
                    <a:pt x="3099" y="735"/>
                  </a:lnTo>
                  <a:lnTo>
                    <a:pt x="3228" y="947"/>
                  </a:lnTo>
                  <a:lnTo>
                    <a:pt x="3379" y="1227"/>
                  </a:lnTo>
                  <a:lnTo>
                    <a:pt x="3469" y="1491"/>
                  </a:lnTo>
                  <a:cubicBezTo>
                    <a:pt x="3497" y="1636"/>
                    <a:pt x="3505" y="1783"/>
                    <a:pt x="3492" y="1930"/>
                  </a:cubicBezTo>
                  <a:lnTo>
                    <a:pt x="3454" y="2285"/>
                  </a:lnTo>
                  <a:cubicBezTo>
                    <a:pt x="3434" y="2370"/>
                    <a:pt x="3453" y="2459"/>
                    <a:pt x="3507" y="2527"/>
                  </a:cubicBezTo>
                  <a:lnTo>
                    <a:pt x="3643" y="2739"/>
                  </a:lnTo>
                  <a:cubicBezTo>
                    <a:pt x="3694" y="2823"/>
                    <a:pt x="3737" y="2911"/>
                    <a:pt x="3772" y="3003"/>
                  </a:cubicBezTo>
                  <a:cubicBezTo>
                    <a:pt x="3830" y="3166"/>
                    <a:pt x="3863" y="3337"/>
                    <a:pt x="3870" y="3510"/>
                  </a:cubicBezTo>
                  <a:lnTo>
                    <a:pt x="3870" y="3744"/>
                  </a:lnTo>
                  <a:lnTo>
                    <a:pt x="3908" y="3948"/>
                  </a:lnTo>
                  <a:lnTo>
                    <a:pt x="3923" y="4061"/>
                  </a:lnTo>
                  <a:lnTo>
                    <a:pt x="3983" y="4211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50" name="Freeform 67">
              <a:extLst>
                <a:ext uri="{FF2B5EF4-FFF2-40B4-BE49-F238E27FC236}">
                  <a16:creationId xmlns:a16="http://schemas.microsoft.com/office/drawing/2014/main" id="{17952A5B-3852-0DD8-72F9-65D1EFFC7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" y="2175"/>
              <a:ext cx="636" cy="107"/>
            </a:xfrm>
            <a:custGeom>
              <a:avLst/>
              <a:gdLst>
                <a:gd name="T0" fmla="*/ 0 w 2114"/>
                <a:gd name="T1" fmla="*/ 0 h 355"/>
                <a:gd name="T2" fmla="*/ 393 w 2114"/>
                <a:gd name="T3" fmla="*/ 30 h 355"/>
                <a:gd name="T4" fmla="*/ 577 w 2114"/>
                <a:gd name="T5" fmla="*/ 91 h 355"/>
                <a:gd name="T6" fmla="*/ 752 w 2114"/>
                <a:gd name="T7" fmla="*/ 144 h 355"/>
                <a:gd name="T8" fmla="*/ 1100 w 2114"/>
                <a:gd name="T9" fmla="*/ 166 h 355"/>
                <a:gd name="T10" fmla="*/ 1395 w 2114"/>
                <a:gd name="T11" fmla="*/ 151 h 355"/>
                <a:gd name="T12" fmla="*/ 1807 w 2114"/>
                <a:gd name="T13" fmla="*/ 166 h 355"/>
                <a:gd name="T14" fmla="*/ 2114 w 2114"/>
                <a:gd name="T15" fmla="*/ 355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14" h="355">
                  <a:moveTo>
                    <a:pt x="0" y="0"/>
                  </a:moveTo>
                  <a:lnTo>
                    <a:pt x="393" y="30"/>
                  </a:lnTo>
                  <a:lnTo>
                    <a:pt x="577" y="91"/>
                  </a:lnTo>
                  <a:cubicBezTo>
                    <a:pt x="634" y="117"/>
                    <a:pt x="693" y="135"/>
                    <a:pt x="752" y="144"/>
                  </a:cubicBezTo>
                  <a:cubicBezTo>
                    <a:pt x="867" y="172"/>
                    <a:pt x="984" y="179"/>
                    <a:pt x="1100" y="166"/>
                  </a:cubicBezTo>
                  <a:lnTo>
                    <a:pt x="1395" y="151"/>
                  </a:lnTo>
                  <a:lnTo>
                    <a:pt x="1807" y="166"/>
                  </a:lnTo>
                  <a:cubicBezTo>
                    <a:pt x="1931" y="143"/>
                    <a:pt x="2054" y="219"/>
                    <a:pt x="2114" y="355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51" name="Freeform 68">
              <a:extLst>
                <a:ext uri="{FF2B5EF4-FFF2-40B4-BE49-F238E27FC236}">
                  <a16:creationId xmlns:a16="http://schemas.microsoft.com/office/drawing/2014/main" id="{96E2519F-8538-ED97-4351-D22432CCD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276"/>
              <a:ext cx="86" cy="294"/>
            </a:xfrm>
            <a:custGeom>
              <a:avLst/>
              <a:gdLst>
                <a:gd name="T0" fmla="*/ 78 w 285"/>
                <a:gd name="T1" fmla="*/ 77 h 977"/>
                <a:gd name="T2" fmla="*/ 205 w 285"/>
                <a:gd name="T3" fmla="*/ 9 h 977"/>
                <a:gd name="T4" fmla="*/ 285 w 285"/>
                <a:gd name="T5" fmla="*/ 93 h 977"/>
                <a:gd name="T6" fmla="*/ 285 w 285"/>
                <a:gd name="T7" fmla="*/ 268 h 977"/>
                <a:gd name="T8" fmla="*/ 258 w 285"/>
                <a:gd name="T9" fmla="*/ 551 h 977"/>
                <a:gd name="T10" fmla="*/ 218 w 285"/>
                <a:gd name="T11" fmla="*/ 805 h 977"/>
                <a:gd name="T12" fmla="*/ 142 w 285"/>
                <a:gd name="T13" fmla="*/ 948 h 977"/>
                <a:gd name="T14" fmla="*/ 26 w 285"/>
                <a:gd name="T15" fmla="*/ 936 h 977"/>
                <a:gd name="T16" fmla="*/ 10 w 285"/>
                <a:gd name="T17" fmla="*/ 861 h 977"/>
                <a:gd name="T18" fmla="*/ 0 w 285"/>
                <a:gd name="T19" fmla="*/ 950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5" h="977">
                  <a:moveTo>
                    <a:pt x="78" y="77"/>
                  </a:moveTo>
                  <a:cubicBezTo>
                    <a:pt x="100" y="28"/>
                    <a:pt x="152" y="0"/>
                    <a:pt x="205" y="9"/>
                  </a:cubicBezTo>
                  <a:cubicBezTo>
                    <a:pt x="242" y="25"/>
                    <a:pt x="270" y="56"/>
                    <a:pt x="285" y="93"/>
                  </a:cubicBezTo>
                  <a:lnTo>
                    <a:pt x="285" y="268"/>
                  </a:lnTo>
                  <a:lnTo>
                    <a:pt x="258" y="551"/>
                  </a:lnTo>
                  <a:lnTo>
                    <a:pt x="218" y="805"/>
                  </a:lnTo>
                  <a:cubicBezTo>
                    <a:pt x="212" y="860"/>
                    <a:pt x="185" y="912"/>
                    <a:pt x="142" y="948"/>
                  </a:cubicBezTo>
                  <a:cubicBezTo>
                    <a:pt x="107" y="977"/>
                    <a:pt x="55" y="971"/>
                    <a:pt x="26" y="936"/>
                  </a:cubicBezTo>
                  <a:cubicBezTo>
                    <a:pt x="9" y="915"/>
                    <a:pt x="3" y="887"/>
                    <a:pt x="10" y="861"/>
                  </a:cubicBezTo>
                  <a:lnTo>
                    <a:pt x="0" y="95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52" name="Freeform 69">
              <a:extLst>
                <a:ext uri="{FF2B5EF4-FFF2-40B4-BE49-F238E27FC236}">
                  <a16:creationId xmlns:a16="http://schemas.microsoft.com/office/drawing/2014/main" id="{CBF6B5A3-7B8B-E12D-C65C-27CF218CC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" y="3010"/>
              <a:ext cx="181" cy="419"/>
            </a:xfrm>
            <a:custGeom>
              <a:avLst/>
              <a:gdLst>
                <a:gd name="T0" fmla="*/ 0 w 181"/>
                <a:gd name="T1" fmla="*/ 419 h 419"/>
                <a:gd name="T2" fmla="*/ 149 w 181"/>
                <a:gd name="T3" fmla="*/ 0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1" h="419">
                  <a:moveTo>
                    <a:pt x="0" y="419"/>
                  </a:moveTo>
                  <a:cubicBezTo>
                    <a:pt x="124" y="318"/>
                    <a:pt x="181" y="156"/>
                    <a:pt x="149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53" name="Freeform 70">
              <a:extLst>
                <a:ext uri="{FF2B5EF4-FFF2-40B4-BE49-F238E27FC236}">
                  <a16:creationId xmlns:a16="http://schemas.microsoft.com/office/drawing/2014/main" id="{C53FCD91-DA38-5403-09BC-1750E0939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3082"/>
              <a:ext cx="32" cy="347"/>
            </a:xfrm>
            <a:custGeom>
              <a:avLst/>
              <a:gdLst>
                <a:gd name="T0" fmla="*/ 0 w 32"/>
                <a:gd name="T1" fmla="*/ 347 h 347"/>
                <a:gd name="T2" fmla="*/ 18 w 32"/>
                <a:gd name="T3" fmla="*/ 234 h 347"/>
                <a:gd name="T4" fmla="*/ 23 w 32"/>
                <a:gd name="T5" fmla="*/ 143 h 347"/>
                <a:gd name="T6" fmla="*/ 25 w 32"/>
                <a:gd name="T7" fmla="*/ 102 h 347"/>
                <a:gd name="T8" fmla="*/ 32 w 32"/>
                <a:gd name="T9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47">
                  <a:moveTo>
                    <a:pt x="0" y="347"/>
                  </a:moveTo>
                  <a:lnTo>
                    <a:pt x="18" y="234"/>
                  </a:lnTo>
                  <a:lnTo>
                    <a:pt x="23" y="143"/>
                  </a:lnTo>
                  <a:lnTo>
                    <a:pt x="25" y="102"/>
                  </a:lnTo>
                  <a:lnTo>
                    <a:pt x="3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54" name="Freeform 71">
              <a:extLst>
                <a:ext uri="{FF2B5EF4-FFF2-40B4-BE49-F238E27FC236}">
                  <a16:creationId xmlns:a16="http://schemas.microsoft.com/office/drawing/2014/main" id="{25A211A6-C09D-C6FE-35C4-50DB27E96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3081"/>
              <a:ext cx="82" cy="348"/>
            </a:xfrm>
            <a:custGeom>
              <a:avLst/>
              <a:gdLst>
                <a:gd name="T0" fmla="*/ 0 w 82"/>
                <a:gd name="T1" fmla="*/ 0 h 348"/>
                <a:gd name="T2" fmla="*/ 9 w 82"/>
                <a:gd name="T3" fmla="*/ 160 h 348"/>
                <a:gd name="T4" fmla="*/ 23 w 82"/>
                <a:gd name="T5" fmla="*/ 235 h 348"/>
                <a:gd name="T6" fmla="*/ 43 w 82"/>
                <a:gd name="T7" fmla="*/ 280 h 348"/>
                <a:gd name="T8" fmla="*/ 82 w 82"/>
                <a:gd name="T9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348">
                  <a:moveTo>
                    <a:pt x="0" y="0"/>
                  </a:moveTo>
                  <a:lnTo>
                    <a:pt x="9" y="160"/>
                  </a:lnTo>
                  <a:lnTo>
                    <a:pt x="23" y="235"/>
                  </a:lnTo>
                  <a:lnTo>
                    <a:pt x="43" y="280"/>
                  </a:lnTo>
                  <a:lnTo>
                    <a:pt x="82" y="348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55" name="Freeform 72">
              <a:extLst>
                <a:ext uri="{FF2B5EF4-FFF2-40B4-BE49-F238E27FC236}">
                  <a16:creationId xmlns:a16="http://schemas.microsoft.com/office/drawing/2014/main" id="{070207DB-3010-51F5-282F-2EA4252FE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3082"/>
              <a:ext cx="31" cy="347"/>
            </a:xfrm>
            <a:custGeom>
              <a:avLst/>
              <a:gdLst>
                <a:gd name="T0" fmla="*/ 31 w 31"/>
                <a:gd name="T1" fmla="*/ 347 h 347"/>
                <a:gd name="T2" fmla="*/ 13 w 31"/>
                <a:gd name="T3" fmla="*/ 234 h 347"/>
                <a:gd name="T4" fmla="*/ 9 w 31"/>
                <a:gd name="T5" fmla="*/ 143 h 347"/>
                <a:gd name="T6" fmla="*/ 6 w 31"/>
                <a:gd name="T7" fmla="*/ 102 h 347"/>
                <a:gd name="T8" fmla="*/ 0 w 31"/>
                <a:gd name="T9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47">
                  <a:moveTo>
                    <a:pt x="31" y="347"/>
                  </a:moveTo>
                  <a:lnTo>
                    <a:pt x="13" y="234"/>
                  </a:lnTo>
                  <a:lnTo>
                    <a:pt x="9" y="143"/>
                  </a:lnTo>
                  <a:lnTo>
                    <a:pt x="6" y="102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58" name="Freeform 73">
              <a:extLst>
                <a:ext uri="{FF2B5EF4-FFF2-40B4-BE49-F238E27FC236}">
                  <a16:creationId xmlns:a16="http://schemas.microsoft.com/office/drawing/2014/main" id="{CD0A3EF4-02AB-1AF4-CE4B-7035B5DFA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2020"/>
              <a:ext cx="125" cy="246"/>
            </a:xfrm>
            <a:custGeom>
              <a:avLst/>
              <a:gdLst>
                <a:gd name="T0" fmla="*/ 0 w 125"/>
                <a:gd name="T1" fmla="*/ 0 h 246"/>
                <a:gd name="T2" fmla="*/ 56 w 125"/>
                <a:gd name="T3" fmla="*/ 148 h 246"/>
                <a:gd name="T4" fmla="*/ 125 w 125"/>
                <a:gd name="T5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5" h="246">
                  <a:moveTo>
                    <a:pt x="0" y="0"/>
                  </a:moveTo>
                  <a:lnTo>
                    <a:pt x="56" y="148"/>
                  </a:lnTo>
                  <a:lnTo>
                    <a:pt x="125" y="246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59" name="Line 74">
              <a:extLst>
                <a:ext uri="{FF2B5EF4-FFF2-40B4-BE49-F238E27FC236}">
                  <a16:creationId xmlns:a16="http://schemas.microsoft.com/office/drawing/2014/main" id="{471E8052-A17F-6A4E-3C0F-9F4911A14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" y="1997"/>
              <a:ext cx="125" cy="251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60" name="Freeform 75">
              <a:extLst>
                <a:ext uri="{FF2B5EF4-FFF2-40B4-BE49-F238E27FC236}">
                  <a16:creationId xmlns:a16="http://schemas.microsoft.com/office/drawing/2014/main" id="{E37483E1-0DEB-6BB8-35DC-1BC53BB98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1679"/>
              <a:ext cx="330" cy="275"/>
            </a:xfrm>
            <a:custGeom>
              <a:avLst/>
              <a:gdLst>
                <a:gd name="T0" fmla="*/ 1096 w 1096"/>
                <a:gd name="T1" fmla="*/ 907 h 914"/>
                <a:gd name="T2" fmla="*/ 907 w 1096"/>
                <a:gd name="T3" fmla="*/ 907 h 914"/>
                <a:gd name="T4" fmla="*/ 695 w 1096"/>
                <a:gd name="T5" fmla="*/ 854 h 914"/>
                <a:gd name="T6" fmla="*/ 529 w 1096"/>
                <a:gd name="T7" fmla="*/ 718 h 914"/>
                <a:gd name="T8" fmla="*/ 378 w 1096"/>
                <a:gd name="T9" fmla="*/ 529 h 914"/>
                <a:gd name="T10" fmla="*/ 189 w 1096"/>
                <a:gd name="T11" fmla="*/ 340 h 914"/>
                <a:gd name="T12" fmla="*/ 75 w 1096"/>
                <a:gd name="T13" fmla="*/ 174 h 914"/>
                <a:gd name="T14" fmla="*/ 0 w 1096"/>
                <a:gd name="T15" fmla="*/ 0 h 9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96" h="914">
                  <a:moveTo>
                    <a:pt x="1096" y="907"/>
                  </a:moveTo>
                  <a:lnTo>
                    <a:pt x="907" y="907"/>
                  </a:lnTo>
                  <a:cubicBezTo>
                    <a:pt x="832" y="914"/>
                    <a:pt x="758" y="895"/>
                    <a:pt x="695" y="854"/>
                  </a:cubicBezTo>
                  <a:lnTo>
                    <a:pt x="529" y="718"/>
                  </a:lnTo>
                  <a:lnTo>
                    <a:pt x="378" y="529"/>
                  </a:lnTo>
                  <a:lnTo>
                    <a:pt x="189" y="340"/>
                  </a:lnTo>
                  <a:lnTo>
                    <a:pt x="75" y="174"/>
                  </a:lnTo>
                  <a:cubicBezTo>
                    <a:pt x="48" y="117"/>
                    <a:pt x="23" y="59"/>
                    <a:pt x="0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61" name="Freeform 76">
              <a:extLst>
                <a:ext uri="{FF2B5EF4-FFF2-40B4-BE49-F238E27FC236}">
                  <a16:creationId xmlns:a16="http://schemas.microsoft.com/office/drawing/2014/main" id="{0DD38C66-927E-2238-F769-8538547BC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1268"/>
              <a:ext cx="52" cy="31"/>
            </a:xfrm>
            <a:custGeom>
              <a:avLst/>
              <a:gdLst>
                <a:gd name="T0" fmla="*/ 0 w 52"/>
                <a:gd name="T1" fmla="*/ 7 h 31"/>
                <a:gd name="T2" fmla="*/ 52 w 52"/>
                <a:gd name="T3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" h="31">
                  <a:moveTo>
                    <a:pt x="0" y="7"/>
                  </a:moveTo>
                  <a:cubicBezTo>
                    <a:pt x="21" y="0"/>
                    <a:pt x="43" y="10"/>
                    <a:pt x="52" y="31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62" name="Freeform 77">
              <a:extLst>
                <a:ext uri="{FF2B5EF4-FFF2-40B4-BE49-F238E27FC236}">
                  <a16:creationId xmlns:a16="http://schemas.microsoft.com/office/drawing/2014/main" id="{635D22D2-D325-1EE1-6ACF-47917690A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896"/>
              <a:ext cx="356" cy="397"/>
            </a:xfrm>
            <a:custGeom>
              <a:avLst/>
              <a:gdLst>
                <a:gd name="T0" fmla="*/ 0 w 1184"/>
                <a:gd name="T1" fmla="*/ 1319 h 1319"/>
                <a:gd name="T2" fmla="*/ 1123 w 1184"/>
                <a:gd name="T3" fmla="*/ 0 h 1319"/>
                <a:gd name="T4" fmla="*/ 1184 w 1184"/>
                <a:gd name="T5" fmla="*/ 0 h 1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84" h="1319">
                  <a:moveTo>
                    <a:pt x="0" y="1319"/>
                  </a:moveTo>
                  <a:cubicBezTo>
                    <a:pt x="0" y="591"/>
                    <a:pt x="503" y="0"/>
                    <a:pt x="1123" y="0"/>
                  </a:cubicBezTo>
                  <a:lnTo>
                    <a:pt x="1184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63" name="Freeform 78">
              <a:extLst>
                <a:ext uri="{FF2B5EF4-FFF2-40B4-BE49-F238E27FC236}">
                  <a16:creationId xmlns:a16="http://schemas.microsoft.com/office/drawing/2014/main" id="{0E98C664-721D-1A72-DDDC-CA6F8879F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896"/>
              <a:ext cx="339" cy="403"/>
            </a:xfrm>
            <a:custGeom>
              <a:avLst/>
              <a:gdLst>
                <a:gd name="T0" fmla="*/ 339 w 339"/>
                <a:gd name="T1" fmla="*/ 403 h 403"/>
                <a:gd name="T2" fmla="*/ 0 w 339"/>
                <a:gd name="T3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9" h="403">
                  <a:moveTo>
                    <a:pt x="339" y="403"/>
                  </a:moveTo>
                  <a:cubicBezTo>
                    <a:pt x="311" y="181"/>
                    <a:pt x="158" y="1"/>
                    <a:pt x="0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64" name="Freeform 79">
              <a:extLst>
                <a:ext uri="{FF2B5EF4-FFF2-40B4-BE49-F238E27FC236}">
                  <a16:creationId xmlns:a16="http://schemas.microsoft.com/office/drawing/2014/main" id="{1D363BD2-D752-AFFA-B5E2-C18933A30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4" y="2635"/>
              <a:ext cx="607" cy="533"/>
            </a:xfrm>
            <a:custGeom>
              <a:avLst/>
              <a:gdLst>
                <a:gd name="T0" fmla="*/ 607 w 607"/>
                <a:gd name="T1" fmla="*/ 510 h 533"/>
                <a:gd name="T2" fmla="*/ 508 w 607"/>
                <a:gd name="T3" fmla="*/ 528 h 533"/>
                <a:gd name="T4" fmla="*/ 379 w 607"/>
                <a:gd name="T5" fmla="*/ 533 h 533"/>
                <a:gd name="T6" fmla="*/ 291 w 607"/>
                <a:gd name="T7" fmla="*/ 512 h 533"/>
                <a:gd name="T8" fmla="*/ 250 w 607"/>
                <a:gd name="T9" fmla="*/ 493 h 533"/>
                <a:gd name="T10" fmla="*/ 219 w 607"/>
                <a:gd name="T11" fmla="*/ 474 h 533"/>
                <a:gd name="T12" fmla="*/ 184 w 607"/>
                <a:gd name="T13" fmla="*/ 448 h 533"/>
                <a:gd name="T14" fmla="*/ 152 w 607"/>
                <a:gd name="T15" fmla="*/ 416 h 533"/>
                <a:gd name="T16" fmla="*/ 120 w 607"/>
                <a:gd name="T17" fmla="*/ 375 h 533"/>
                <a:gd name="T18" fmla="*/ 92 w 607"/>
                <a:gd name="T19" fmla="*/ 327 h 533"/>
                <a:gd name="T20" fmla="*/ 68 w 607"/>
                <a:gd name="T21" fmla="*/ 256 h 533"/>
                <a:gd name="T22" fmla="*/ 0 w 607"/>
                <a:gd name="T23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07" h="533">
                  <a:moveTo>
                    <a:pt x="607" y="510"/>
                  </a:moveTo>
                  <a:lnTo>
                    <a:pt x="508" y="528"/>
                  </a:lnTo>
                  <a:lnTo>
                    <a:pt x="379" y="533"/>
                  </a:lnTo>
                  <a:lnTo>
                    <a:pt x="291" y="512"/>
                  </a:lnTo>
                  <a:lnTo>
                    <a:pt x="250" y="493"/>
                  </a:lnTo>
                  <a:lnTo>
                    <a:pt x="219" y="474"/>
                  </a:lnTo>
                  <a:lnTo>
                    <a:pt x="184" y="448"/>
                  </a:lnTo>
                  <a:lnTo>
                    <a:pt x="152" y="416"/>
                  </a:lnTo>
                  <a:lnTo>
                    <a:pt x="120" y="375"/>
                  </a:lnTo>
                  <a:lnTo>
                    <a:pt x="92" y="327"/>
                  </a:lnTo>
                  <a:lnTo>
                    <a:pt x="68" y="256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65" name="Freeform 80">
              <a:extLst>
                <a:ext uri="{FF2B5EF4-FFF2-40B4-BE49-F238E27FC236}">
                  <a16:creationId xmlns:a16="http://schemas.microsoft.com/office/drawing/2014/main" id="{8B337EC6-B526-7A18-5A88-0A8265B3F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2635"/>
              <a:ext cx="608" cy="533"/>
            </a:xfrm>
            <a:custGeom>
              <a:avLst/>
              <a:gdLst>
                <a:gd name="T0" fmla="*/ 0 w 608"/>
                <a:gd name="T1" fmla="*/ 510 h 533"/>
                <a:gd name="T2" fmla="*/ 101 w 608"/>
                <a:gd name="T3" fmla="*/ 528 h 533"/>
                <a:gd name="T4" fmla="*/ 229 w 608"/>
                <a:gd name="T5" fmla="*/ 533 h 533"/>
                <a:gd name="T6" fmla="*/ 318 w 608"/>
                <a:gd name="T7" fmla="*/ 512 h 533"/>
                <a:gd name="T8" fmla="*/ 358 w 608"/>
                <a:gd name="T9" fmla="*/ 493 h 533"/>
                <a:gd name="T10" fmla="*/ 389 w 608"/>
                <a:gd name="T11" fmla="*/ 474 h 533"/>
                <a:gd name="T12" fmla="*/ 424 w 608"/>
                <a:gd name="T13" fmla="*/ 448 h 533"/>
                <a:gd name="T14" fmla="*/ 456 w 608"/>
                <a:gd name="T15" fmla="*/ 416 h 533"/>
                <a:gd name="T16" fmla="*/ 488 w 608"/>
                <a:gd name="T17" fmla="*/ 376 h 533"/>
                <a:gd name="T18" fmla="*/ 516 w 608"/>
                <a:gd name="T19" fmla="*/ 327 h 533"/>
                <a:gd name="T20" fmla="*/ 540 w 608"/>
                <a:gd name="T21" fmla="*/ 256 h 533"/>
                <a:gd name="T22" fmla="*/ 608 w 608"/>
                <a:gd name="T23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08" h="533">
                  <a:moveTo>
                    <a:pt x="0" y="510"/>
                  </a:moveTo>
                  <a:lnTo>
                    <a:pt x="101" y="528"/>
                  </a:lnTo>
                  <a:lnTo>
                    <a:pt x="229" y="533"/>
                  </a:lnTo>
                  <a:lnTo>
                    <a:pt x="318" y="512"/>
                  </a:lnTo>
                  <a:lnTo>
                    <a:pt x="358" y="493"/>
                  </a:lnTo>
                  <a:lnTo>
                    <a:pt x="389" y="474"/>
                  </a:lnTo>
                  <a:lnTo>
                    <a:pt x="424" y="448"/>
                  </a:lnTo>
                  <a:lnTo>
                    <a:pt x="456" y="416"/>
                  </a:lnTo>
                  <a:lnTo>
                    <a:pt x="488" y="376"/>
                  </a:lnTo>
                  <a:lnTo>
                    <a:pt x="516" y="327"/>
                  </a:lnTo>
                  <a:lnTo>
                    <a:pt x="540" y="256"/>
                  </a:lnTo>
                  <a:lnTo>
                    <a:pt x="608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6166" name="직사각형 6165">
            <a:extLst>
              <a:ext uri="{FF2B5EF4-FFF2-40B4-BE49-F238E27FC236}">
                <a16:creationId xmlns:a16="http://schemas.microsoft.com/office/drawing/2014/main" id="{96C9F996-3355-C0F7-D6CE-F5B20E37B255}"/>
              </a:ext>
            </a:extLst>
          </p:cNvPr>
          <p:cNvSpPr/>
          <p:nvPr/>
        </p:nvSpPr>
        <p:spPr>
          <a:xfrm>
            <a:off x="4152900" y="3644900"/>
            <a:ext cx="3492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67" name="TextBox 6166">
            <a:extLst>
              <a:ext uri="{FF2B5EF4-FFF2-40B4-BE49-F238E27FC236}">
                <a16:creationId xmlns:a16="http://schemas.microsoft.com/office/drawing/2014/main" id="{CF33154D-A75A-DD7A-FA53-9D299DF5C6C0}"/>
              </a:ext>
            </a:extLst>
          </p:cNvPr>
          <p:cNvSpPr txBox="1"/>
          <p:nvPr/>
        </p:nvSpPr>
        <p:spPr>
          <a:xfrm>
            <a:off x="4152900" y="5346700"/>
            <a:ext cx="349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Human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6169" name="Group 83">
            <a:extLst>
              <a:ext uri="{FF2B5EF4-FFF2-40B4-BE49-F238E27FC236}">
                <a16:creationId xmlns:a16="http://schemas.microsoft.com/office/drawing/2014/main" id="{77656FBC-CFAE-3394-39F4-668EAD58700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01225" y="3746500"/>
            <a:ext cx="995850" cy="1524000"/>
            <a:chOff x="3214" y="1202"/>
            <a:chExt cx="1252" cy="1916"/>
          </a:xfrm>
        </p:grpSpPr>
        <p:sp>
          <p:nvSpPr>
            <p:cNvPr id="6170" name="AutoShape 82">
              <a:extLst>
                <a:ext uri="{FF2B5EF4-FFF2-40B4-BE49-F238E27FC236}">
                  <a16:creationId xmlns:a16="http://schemas.microsoft.com/office/drawing/2014/main" id="{434789FA-70AE-A5D6-3C22-49162AFDB3F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214" y="1202"/>
              <a:ext cx="1252" cy="1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73" name="Freeform 84">
              <a:extLst>
                <a:ext uri="{FF2B5EF4-FFF2-40B4-BE49-F238E27FC236}">
                  <a16:creationId xmlns:a16="http://schemas.microsoft.com/office/drawing/2014/main" id="{890F0AEC-7DE2-3125-FC3F-45920CC30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" y="1220"/>
              <a:ext cx="77" cy="103"/>
            </a:xfrm>
            <a:custGeom>
              <a:avLst/>
              <a:gdLst>
                <a:gd name="T0" fmla="*/ 0 w 77"/>
                <a:gd name="T1" fmla="*/ 103 h 103"/>
                <a:gd name="T2" fmla="*/ 77 w 77"/>
                <a:gd name="T3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" h="103">
                  <a:moveTo>
                    <a:pt x="0" y="103"/>
                  </a:moveTo>
                  <a:cubicBezTo>
                    <a:pt x="0" y="46"/>
                    <a:pt x="35" y="0"/>
                    <a:pt x="77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74" name="Freeform 85">
              <a:extLst>
                <a:ext uri="{FF2B5EF4-FFF2-40B4-BE49-F238E27FC236}">
                  <a16:creationId xmlns:a16="http://schemas.microsoft.com/office/drawing/2014/main" id="{F403E354-4651-D5DC-E58A-0C7B576DF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220"/>
              <a:ext cx="77" cy="103"/>
            </a:xfrm>
            <a:custGeom>
              <a:avLst/>
              <a:gdLst>
                <a:gd name="T0" fmla="*/ 77 w 77"/>
                <a:gd name="T1" fmla="*/ 103 h 103"/>
                <a:gd name="T2" fmla="*/ 0 w 77"/>
                <a:gd name="T3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" h="103">
                  <a:moveTo>
                    <a:pt x="77" y="103"/>
                  </a:moveTo>
                  <a:cubicBezTo>
                    <a:pt x="77" y="46"/>
                    <a:pt x="43" y="0"/>
                    <a:pt x="0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77" name="Line 86">
              <a:extLst>
                <a:ext uri="{FF2B5EF4-FFF2-40B4-BE49-F238E27FC236}">
                  <a16:creationId xmlns:a16="http://schemas.microsoft.com/office/drawing/2014/main" id="{4D0C30B8-A60D-4D29-B4D4-9DB1767B3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8" y="1220"/>
              <a:ext cx="8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80" name="Freeform 87">
              <a:extLst>
                <a:ext uri="{FF2B5EF4-FFF2-40B4-BE49-F238E27FC236}">
                  <a16:creationId xmlns:a16="http://schemas.microsoft.com/office/drawing/2014/main" id="{5C57D747-CD63-60C6-1FD7-47A498479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" y="1323"/>
              <a:ext cx="17" cy="73"/>
            </a:xfrm>
            <a:custGeom>
              <a:avLst/>
              <a:gdLst>
                <a:gd name="T0" fmla="*/ 33 w 58"/>
                <a:gd name="T1" fmla="*/ 0 h 243"/>
                <a:gd name="T2" fmla="*/ 4 w 58"/>
                <a:gd name="T3" fmla="*/ 18 h 243"/>
                <a:gd name="T4" fmla="*/ 0 w 58"/>
                <a:gd name="T5" fmla="*/ 89 h 243"/>
                <a:gd name="T6" fmla="*/ 4 w 58"/>
                <a:gd name="T7" fmla="*/ 125 h 243"/>
                <a:gd name="T8" fmla="*/ 9 w 58"/>
                <a:gd name="T9" fmla="*/ 152 h 243"/>
                <a:gd name="T10" fmla="*/ 13 w 58"/>
                <a:gd name="T11" fmla="*/ 179 h 243"/>
                <a:gd name="T12" fmla="*/ 22 w 58"/>
                <a:gd name="T13" fmla="*/ 211 h 243"/>
                <a:gd name="T14" fmla="*/ 34 w 58"/>
                <a:gd name="T15" fmla="*/ 233 h 243"/>
                <a:gd name="T16" fmla="*/ 49 w 58"/>
                <a:gd name="T17" fmla="*/ 241 h 243"/>
                <a:gd name="T18" fmla="*/ 58 w 58"/>
                <a:gd name="T19" fmla="*/ 23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243">
                  <a:moveTo>
                    <a:pt x="33" y="0"/>
                  </a:moveTo>
                  <a:cubicBezTo>
                    <a:pt x="17" y="0"/>
                    <a:pt x="4" y="8"/>
                    <a:pt x="4" y="18"/>
                  </a:cubicBezTo>
                  <a:cubicBezTo>
                    <a:pt x="2" y="18"/>
                    <a:pt x="0" y="50"/>
                    <a:pt x="0" y="89"/>
                  </a:cubicBezTo>
                  <a:lnTo>
                    <a:pt x="4" y="125"/>
                  </a:lnTo>
                  <a:lnTo>
                    <a:pt x="9" y="152"/>
                  </a:lnTo>
                  <a:cubicBezTo>
                    <a:pt x="10" y="161"/>
                    <a:pt x="11" y="170"/>
                    <a:pt x="13" y="179"/>
                  </a:cubicBezTo>
                  <a:lnTo>
                    <a:pt x="22" y="211"/>
                  </a:lnTo>
                  <a:lnTo>
                    <a:pt x="34" y="233"/>
                  </a:lnTo>
                  <a:cubicBezTo>
                    <a:pt x="36" y="239"/>
                    <a:pt x="42" y="243"/>
                    <a:pt x="49" y="241"/>
                  </a:cubicBezTo>
                  <a:cubicBezTo>
                    <a:pt x="53" y="240"/>
                    <a:pt x="57" y="237"/>
                    <a:pt x="58" y="233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81" name="Freeform 88">
              <a:extLst>
                <a:ext uri="{FF2B5EF4-FFF2-40B4-BE49-F238E27FC236}">
                  <a16:creationId xmlns:a16="http://schemas.microsoft.com/office/drawing/2014/main" id="{EA77FC52-5DA8-ED8D-7D48-AE7137BCE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1323"/>
              <a:ext cx="17" cy="73"/>
            </a:xfrm>
            <a:custGeom>
              <a:avLst/>
              <a:gdLst>
                <a:gd name="T0" fmla="*/ 25 w 58"/>
                <a:gd name="T1" fmla="*/ 0 h 243"/>
                <a:gd name="T2" fmla="*/ 54 w 58"/>
                <a:gd name="T3" fmla="*/ 18 h 243"/>
                <a:gd name="T4" fmla="*/ 58 w 58"/>
                <a:gd name="T5" fmla="*/ 89 h 243"/>
                <a:gd name="T6" fmla="*/ 54 w 58"/>
                <a:gd name="T7" fmla="*/ 125 h 243"/>
                <a:gd name="T8" fmla="*/ 48 w 58"/>
                <a:gd name="T9" fmla="*/ 152 h 243"/>
                <a:gd name="T10" fmla="*/ 45 w 58"/>
                <a:gd name="T11" fmla="*/ 179 h 243"/>
                <a:gd name="T12" fmla="*/ 36 w 58"/>
                <a:gd name="T13" fmla="*/ 211 h 243"/>
                <a:gd name="T14" fmla="*/ 23 w 58"/>
                <a:gd name="T15" fmla="*/ 233 h 243"/>
                <a:gd name="T16" fmla="*/ 9 w 58"/>
                <a:gd name="T17" fmla="*/ 241 h 243"/>
                <a:gd name="T18" fmla="*/ 0 w 58"/>
                <a:gd name="T19" fmla="*/ 23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243">
                  <a:moveTo>
                    <a:pt x="25" y="0"/>
                  </a:moveTo>
                  <a:cubicBezTo>
                    <a:pt x="41" y="0"/>
                    <a:pt x="54" y="8"/>
                    <a:pt x="54" y="18"/>
                  </a:cubicBezTo>
                  <a:cubicBezTo>
                    <a:pt x="56" y="18"/>
                    <a:pt x="58" y="50"/>
                    <a:pt x="58" y="89"/>
                  </a:cubicBezTo>
                  <a:lnTo>
                    <a:pt x="54" y="125"/>
                  </a:lnTo>
                  <a:lnTo>
                    <a:pt x="48" y="152"/>
                  </a:lnTo>
                  <a:cubicBezTo>
                    <a:pt x="48" y="161"/>
                    <a:pt x="47" y="170"/>
                    <a:pt x="45" y="179"/>
                  </a:cubicBezTo>
                  <a:lnTo>
                    <a:pt x="36" y="211"/>
                  </a:lnTo>
                  <a:lnTo>
                    <a:pt x="23" y="233"/>
                  </a:lnTo>
                  <a:cubicBezTo>
                    <a:pt x="22" y="239"/>
                    <a:pt x="16" y="243"/>
                    <a:pt x="9" y="241"/>
                  </a:cubicBezTo>
                  <a:cubicBezTo>
                    <a:pt x="5" y="240"/>
                    <a:pt x="1" y="237"/>
                    <a:pt x="0" y="233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82" name="Freeform 89">
              <a:extLst>
                <a:ext uri="{FF2B5EF4-FFF2-40B4-BE49-F238E27FC236}">
                  <a16:creationId xmlns:a16="http://schemas.microsoft.com/office/drawing/2014/main" id="{E9C73A90-CF1B-C73C-7ACD-586611617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388"/>
              <a:ext cx="70" cy="77"/>
            </a:xfrm>
            <a:custGeom>
              <a:avLst/>
              <a:gdLst>
                <a:gd name="T0" fmla="*/ 0 w 232"/>
                <a:gd name="T1" fmla="*/ 15 h 256"/>
                <a:gd name="T2" fmla="*/ 6 w 232"/>
                <a:gd name="T3" fmla="*/ 0 h 256"/>
                <a:gd name="T4" fmla="*/ 27 w 232"/>
                <a:gd name="T5" fmla="*/ 72 h 256"/>
                <a:gd name="T6" fmla="*/ 62 w 232"/>
                <a:gd name="T7" fmla="*/ 140 h 256"/>
                <a:gd name="T8" fmla="*/ 98 w 232"/>
                <a:gd name="T9" fmla="*/ 180 h 256"/>
                <a:gd name="T10" fmla="*/ 146 w 232"/>
                <a:gd name="T11" fmla="*/ 221 h 256"/>
                <a:gd name="T12" fmla="*/ 197 w 232"/>
                <a:gd name="T13" fmla="*/ 247 h 256"/>
                <a:gd name="T14" fmla="*/ 232 w 232"/>
                <a:gd name="T15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56">
                  <a:moveTo>
                    <a:pt x="0" y="15"/>
                  </a:moveTo>
                  <a:lnTo>
                    <a:pt x="6" y="0"/>
                  </a:lnTo>
                  <a:lnTo>
                    <a:pt x="27" y="72"/>
                  </a:lnTo>
                  <a:lnTo>
                    <a:pt x="62" y="140"/>
                  </a:lnTo>
                  <a:lnTo>
                    <a:pt x="98" y="180"/>
                  </a:lnTo>
                  <a:cubicBezTo>
                    <a:pt x="112" y="196"/>
                    <a:pt x="128" y="209"/>
                    <a:pt x="146" y="221"/>
                  </a:cubicBezTo>
                  <a:lnTo>
                    <a:pt x="197" y="247"/>
                  </a:lnTo>
                  <a:cubicBezTo>
                    <a:pt x="208" y="253"/>
                    <a:pt x="220" y="256"/>
                    <a:pt x="232" y="256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83" name="Freeform 90">
              <a:extLst>
                <a:ext uri="{FF2B5EF4-FFF2-40B4-BE49-F238E27FC236}">
                  <a16:creationId xmlns:a16="http://schemas.microsoft.com/office/drawing/2014/main" id="{9F85AAA6-B61C-0ABB-F35E-A851373A7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388"/>
              <a:ext cx="70" cy="77"/>
            </a:xfrm>
            <a:custGeom>
              <a:avLst/>
              <a:gdLst>
                <a:gd name="T0" fmla="*/ 233 w 233"/>
                <a:gd name="T1" fmla="*/ 15 h 256"/>
                <a:gd name="T2" fmla="*/ 227 w 233"/>
                <a:gd name="T3" fmla="*/ 0 h 256"/>
                <a:gd name="T4" fmla="*/ 206 w 233"/>
                <a:gd name="T5" fmla="*/ 72 h 256"/>
                <a:gd name="T6" fmla="*/ 171 w 233"/>
                <a:gd name="T7" fmla="*/ 140 h 256"/>
                <a:gd name="T8" fmla="*/ 135 w 233"/>
                <a:gd name="T9" fmla="*/ 180 h 256"/>
                <a:gd name="T10" fmla="*/ 87 w 233"/>
                <a:gd name="T11" fmla="*/ 221 h 256"/>
                <a:gd name="T12" fmla="*/ 36 w 233"/>
                <a:gd name="T13" fmla="*/ 247 h 256"/>
                <a:gd name="T14" fmla="*/ 0 w 233"/>
                <a:gd name="T15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3" h="256">
                  <a:moveTo>
                    <a:pt x="233" y="15"/>
                  </a:moveTo>
                  <a:lnTo>
                    <a:pt x="227" y="0"/>
                  </a:lnTo>
                  <a:lnTo>
                    <a:pt x="206" y="72"/>
                  </a:lnTo>
                  <a:lnTo>
                    <a:pt x="171" y="140"/>
                  </a:lnTo>
                  <a:lnTo>
                    <a:pt x="135" y="180"/>
                  </a:lnTo>
                  <a:cubicBezTo>
                    <a:pt x="120" y="196"/>
                    <a:pt x="105" y="209"/>
                    <a:pt x="87" y="221"/>
                  </a:cubicBezTo>
                  <a:lnTo>
                    <a:pt x="36" y="247"/>
                  </a:lnTo>
                  <a:cubicBezTo>
                    <a:pt x="25" y="253"/>
                    <a:pt x="13" y="256"/>
                    <a:pt x="0" y="256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84" name="Line 91">
              <a:extLst>
                <a:ext uri="{FF2B5EF4-FFF2-40B4-BE49-F238E27FC236}">
                  <a16:creationId xmlns:a16="http://schemas.microsoft.com/office/drawing/2014/main" id="{4A323305-0B56-F216-0DC9-3020876F76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9" y="1465"/>
              <a:ext cx="7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85" name="Freeform 92">
              <a:extLst>
                <a:ext uri="{FF2B5EF4-FFF2-40B4-BE49-F238E27FC236}">
                  <a16:creationId xmlns:a16="http://schemas.microsoft.com/office/drawing/2014/main" id="{21EDD074-79D5-38D7-5153-6AC92F285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1421"/>
              <a:ext cx="552" cy="721"/>
            </a:xfrm>
            <a:custGeom>
              <a:avLst/>
              <a:gdLst>
                <a:gd name="T0" fmla="*/ 1832 w 1832"/>
                <a:gd name="T1" fmla="*/ 76 h 2395"/>
                <a:gd name="T2" fmla="*/ 1827 w 1832"/>
                <a:gd name="T3" fmla="*/ 135 h 2395"/>
                <a:gd name="T4" fmla="*/ 1809 w 1832"/>
                <a:gd name="T5" fmla="*/ 201 h 2395"/>
                <a:gd name="T6" fmla="*/ 1765 w 1832"/>
                <a:gd name="T7" fmla="*/ 264 h 2395"/>
                <a:gd name="T8" fmla="*/ 1675 w 1832"/>
                <a:gd name="T9" fmla="*/ 317 h 2395"/>
                <a:gd name="T10" fmla="*/ 1406 w 1832"/>
                <a:gd name="T11" fmla="*/ 439 h 2395"/>
                <a:gd name="T12" fmla="*/ 1272 w 1832"/>
                <a:gd name="T13" fmla="*/ 553 h 2395"/>
                <a:gd name="T14" fmla="*/ 1151 w 1832"/>
                <a:gd name="T15" fmla="*/ 730 h 2395"/>
                <a:gd name="T16" fmla="*/ 977 w 1832"/>
                <a:gd name="T17" fmla="*/ 971 h 2395"/>
                <a:gd name="T18" fmla="*/ 896 w 1832"/>
                <a:gd name="T19" fmla="*/ 1100 h 2395"/>
                <a:gd name="T20" fmla="*/ 792 w 1832"/>
                <a:gd name="T21" fmla="*/ 1222 h 2395"/>
                <a:gd name="T22" fmla="*/ 654 w 1832"/>
                <a:gd name="T23" fmla="*/ 1344 h 2395"/>
                <a:gd name="T24" fmla="*/ 533 w 1832"/>
                <a:gd name="T25" fmla="*/ 1491 h 2395"/>
                <a:gd name="T26" fmla="*/ 433 w 1832"/>
                <a:gd name="T27" fmla="*/ 1652 h 2395"/>
                <a:gd name="T28" fmla="*/ 350 w 1832"/>
                <a:gd name="T29" fmla="*/ 1773 h 2395"/>
                <a:gd name="T30" fmla="*/ 269 w 1832"/>
                <a:gd name="T31" fmla="*/ 1867 h 2395"/>
                <a:gd name="T32" fmla="*/ 179 w 1832"/>
                <a:gd name="T33" fmla="*/ 1970 h 2395"/>
                <a:gd name="T34" fmla="*/ 87 w 1832"/>
                <a:gd name="T35" fmla="*/ 2073 h 2395"/>
                <a:gd name="T36" fmla="*/ 39 w 1832"/>
                <a:gd name="T37" fmla="*/ 2135 h 2395"/>
                <a:gd name="T38" fmla="*/ 7 w 1832"/>
                <a:gd name="T39" fmla="*/ 2194 h 2395"/>
                <a:gd name="T40" fmla="*/ 9 w 1832"/>
                <a:gd name="T41" fmla="*/ 2306 h 2395"/>
                <a:gd name="T42" fmla="*/ 41 w 1832"/>
                <a:gd name="T43" fmla="*/ 2386 h 2395"/>
                <a:gd name="T44" fmla="*/ 57 w 1832"/>
                <a:gd name="T45" fmla="*/ 2386 h 2395"/>
                <a:gd name="T46" fmla="*/ 86 w 1832"/>
                <a:gd name="T47" fmla="*/ 2312 h 2395"/>
                <a:gd name="T48" fmla="*/ 135 w 1832"/>
                <a:gd name="T49" fmla="*/ 2243 h 2395"/>
                <a:gd name="T50" fmla="*/ 195 w 1832"/>
                <a:gd name="T51" fmla="*/ 2176 h 2395"/>
                <a:gd name="T52" fmla="*/ 251 w 1832"/>
                <a:gd name="T53" fmla="*/ 2151 h 2395"/>
                <a:gd name="T54" fmla="*/ 260 w 1832"/>
                <a:gd name="T55" fmla="*/ 2194 h 2395"/>
                <a:gd name="T56" fmla="*/ 242 w 1832"/>
                <a:gd name="T57" fmla="*/ 2279 h 2395"/>
                <a:gd name="T58" fmla="*/ 233 w 1832"/>
                <a:gd name="T59" fmla="*/ 2314 h 2395"/>
                <a:gd name="T60" fmla="*/ 257 w 1832"/>
                <a:gd name="T61" fmla="*/ 2306 h 2395"/>
                <a:gd name="T62" fmla="*/ 329 w 1832"/>
                <a:gd name="T63" fmla="*/ 2158 h 2395"/>
                <a:gd name="T64" fmla="*/ 377 w 1832"/>
                <a:gd name="T65" fmla="*/ 2004 h 2395"/>
                <a:gd name="T66" fmla="*/ 445 w 1832"/>
                <a:gd name="T67" fmla="*/ 1885 h 2395"/>
                <a:gd name="T68" fmla="*/ 583 w 1832"/>
                <a:gd name="T69" fmla="*/ 1759 h 2395"/>
                <a:gd name="T70" fmla="*/ 741 w 1832"/>
                <a:gd name="T71" fmla="*/ 1634 h 2395"/>
                <a:gd name="T72" fmla="*/ 851 w 1832"/>
                <a:gd name="T73" fmla="*/ 1553 h 2395"/>
                <a:gd name="T74" fmla="*/ 1010 w 1832"/>
                <a:gd name="T75" fmla="*/ 1396 h 2395"/>
                <a:gd name="T76" fmla="*/ 1138 w 1832"/>
                <a:gd name="T77" fmla="*/ 1237 h 2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32" h="2395">
                  <a:moveTo>
                    <a:pt x="1829" y="0"/>
                  </a:moveTo>
                  <a:lnTo>
                    <a:pt x="1832" y="76"/>
                  </a:lnTo>
                  <a:lnTo>
                    <a:pt x="1832" y="103"/>
                  </a:lnTo>
                  <a:lnTo>
                    <a:pt x="1827" y="135"/>
                  </a:lnTo>
                  <a:lnTo>
                    <a:pt x="1821" y="169"/>
                  </a:lnTo>
                  <a:lnTo>
                    <a:pt x="1809" y="201"/>
                  </a:lnTo>
                  <a:cubicBezTo>
                    <a:pt x="1803" y="212"/>
                    <a:pt x="1797" y="223"/>
                    <a:pt x="1791" y="233"/>
                  </a:cubicBezTo>
                  <a:lnTo>
                    <a:pt x="1765" y="264"/>
                  </a:lnTo>
                  <a:lnTo>
                    <a:pt x="1729" y="291"/>
                  </a:lnTo>
                  <a:cubicBezTo>
                    <a:pt x="1711" y="301"/>
                    <a:pt x="1693" y="310"/>
                    <a:pt x="1675" y="317"/>
                  </a:cubicBezTo>
                  <a:lnTo>
                    <a:pt x="1491" y="392"/>
                  </a:lnTo>
                  <a:lnTo>
                    <a:pt x="1406" y="439"/>
                  </a:lnTo>
                  <a:lnTo>
                    <a:pt x="1326" y="497"/>
                  </a:lnTo>
                  <a:lnTo>
                    <a:pt x="1272" y="553"/>
                  </a:lnTo>
                  <a:lnTo>
                    <a:pt x="1218" y="626"/>
                  </a:lnTo>
                  <a:lnTo>
                    <a:pt x="1151" y="730"/>
                  </a:lnTo>
                  <a:lnTo>
                    <a:pt x="1061" y="855"/>
                  </a:lnTo>
                  <a:lnTo>
                    <a:pt x="977" y="971"/>
                  </a:lnTo>
                  <a:lnTo>
                    <a:pt x="932" y="1034"/>
                  </a:lnTo>
                  <a:lnTo>
                    <a:pt x="896" y="1100"/>
                  </a:lnTo>
                  <a:lnTo>
                    <a:pt x="855" y="1146"/>
                  </a:lnTo>
                  <a:lnTo>
                    <a:pt x="792" y="1222"/>
                  </a:lnTo>
                  <a:lnTo>
                    <a:pt x="730" y="1271"/>
                  </a:lnTo>
                  <a:lnTo>
                    <a:pt x="654" y="1344"/>
                  </a:lnTo>
                  <a:lnTo>
                    <a:pt x="588" y="1416"/>
                  </a:lnTo>
                  <a:cubicBezTo>
                    <a:pt x="568" y="1440"/>
                    <a:pt x="550" y="1465"/>
                    <a:pt x="533" y="1491"/>
                  </a:cubicBezTo>
                  <a:lnTo>
                    <a:pt x="480" y="1577"/>
                  </a:lnTo>
                  <a:lnTo>
                    <a:pt x="433" y="1652"/>
                  </a:lnTo>
                  <a:lnTo>
                    <a:pt x="368" y="1741"/>
                  </a:lnTo>
                  <a:lnTo>
                    <a:pt x="350" y="1773"/>
                  </a:lnTo>
                  <a:lnTo>
                    <a:pt x="320" y="1804"/>
                  </a:lnTo>
                  <a:lnTo>
                    <a:pt x="269" y="1867"/>
                  </a:lnTo>
                  <a:lnTo>
                    <a:pt x="222" y="1917"/>
                  </a:lnTo>
                  <a:lnTo>
                    <a:pt x="179" y="1970"/>
                  </a:lnTo>
                  <a:lnTo>
                    <a:pt x="123" y="2037"/>
                  </a:lnTo>
                  <a:cubicBezTo>
                    <a:pt x="112" y="2050"/>
                    <a:pt x="100" y="2061"/>
                    <a:pt x="87" y="2073"/>
                  </a:cubicBezTo>
                  <a:lnTo>
                    <a:pt x="63" y="2109"/>
                  </a:lnTo>
                  <a:cubicBezTo>
                    <a:pt x="55" y="2118"/>
                    <a:pt x="47" y="2127"/>
                    <a:pt x="39" y="2135"/>
                  </a:cubicBezTo>
                  <a:lnTo>
                    <a:pt x="18" y="2162"/>
                  </a:lnTo>
                  <a:lnTo>
                    <a:pt x="7" y="2194"/>
                  </a:lnTo>
                  <a:lnTo>
                    <a:pt x="0" y="2252"/>
                  </a:lnTo>
                  <a:cubicBezTo>
                    <a:pt x="2" y="2270"/>
                    <a:pt x="5" y="2288"/>
                    <a:pt x="9" y="2306"/>
                  </a:cubicBezTo>
                  <a:cubicBezTo>
                    <a:pt x="15" y="2324"/>
                    <a:pt x="21" y="2342"/>
                    <a:pt x="27" y="2359"/>
                  </a:cubicBezTo>
                  <a:lnTo>
                    <a:pt x="41" y="2386"/>
                  </a:lnTo>
                  <a:cubicBezTo>
                    <a:pt x="42" y="2390"/>
                    <a:pt x="44" y="2393"/>
                    <a:pt x="48" y="2395"/>
                  </a:cubicBezTo>
                  <a:cubicBezTo>
                    <a:pt x="53" y="2395"/>
                    <a:pt x="57" y="2391"/>
                    <a:pt x="57" y="2386"/>
                  </a:cubicBezTo>
                  <a:lnTo>
                    <a:pt x="63" y="2359"/>
                  </a:lnTo>
                  <a:lnTo>
                    <a:pt x="86" y="2312"/>
                  </a:lnTo>
                  <a:lnTo>
                    <a:pt x="108" y="2279"/>
                  </a:lnTo>
                  <a:lnTo>
                    <a:pt x="135" y="2243"/>
                  </a:lnTo>
                  <a:cubicBezTo>
                    <a:pt x="142" y="2230"/>
                    <a:pt x="152" y="2218"/>
                    <a:pt x="162" y="2207"/>
                  </a:cubicBezTo>
                  <a:lnTo>
                    <a:pt x="195" y="2176"/>
                  </a:lnTo>
                  <a:lnTo>
                    <a:pt x="233" y="2153"/>
                  </a:lnTo>
                  <a:cubicBezTo>
                    <a:pt x="239" y="2151"/>
                    <a:pt x="245" y="2150"/>
                    <a:pt x="251" y="2151"/>
                  </a:cubicBezTo>
                  <a:cubicBezTo>
                    <a:pt x="256" y="2151"/>
                    <a:pt x="259" y="2154"/>
                    <a:pt x="260" y="2159"/>
                  </a:cubicBezTo>
                  <a:lnTo>
                    <a:pt x="260" y="2194"/>
                  </a:lnTo>
                  <a:lnTo>
                    <a:pt x="257" y="2234"/>
                  </a:lnTo>
                  <a:lnTo>
                    <a:pt x="242" y="2279"/>
                  </a:lnTo>
                  <a:lnTo>
                    <a:pt x="233" y="2297"/>
                  </a:lnTo>
                  <a:cubicBezTo>
                    <a:pt x="231" y="2302"/>
                    <a:pt x="231" y="2309"/>
                    <a:pt x="233" y="2314"/>
                  </a:cubicBezTo>
                  <a:cubicBezTo>
                    <a:pt x="236" y="2318"/>
                    <a:pt x="240" y="2319"/>
                    <a:pt x="245" y="2319"/>
                  </a:cubicBezTo>
                  <a:cubicBezTo>
                    <a:pt x="250" y="2316"/>
                    <a:pt x="254" y="2311"/>
                    <a:pt x="257" y="2306"/>
                  </a:cubicBezTo>
                  <a:lnTo>
                    <a:pt x="301" y="2216"/>
                  </a:lnTo>
                  <a:lnTo>
                    <a:pt x="329" y="2158"/>
                  </a:lnTo>
                  <a:cubicBezTo>
                    <a:pt x="338" y="2138"/>
                    <a:pt x="345" y="2118"/>
                    <a:pt x="350" y="2097"/>
                  </a:cubicBezTo>
                  <a:lnTo>
                    <a:pt x="377" y="2004"/>
                  </a:lnTo>
                  <a:lnTo>
                    <a:pt x="409" y="1932"/>
                  </a:lnTo>
                  <a:cubicBezTo>
                    <a:pt x="419" y="1915"/>
                    <a:pt x="432" y="1899"/>
                    <a:pt x="445" y="1885"/>
                  </a:cubicBezTo>
                  <a:cubicBezTo>
                    <a:pt x="466" y="1863"/>
                    <a:pt x="488" y="1842"/>
                    <a:pt x="511" y="1822"/>
                  </a:cubicBezTo>
                  <a:cubicBezTo>
                    <a:pt x="533" y="1799"/>
                    <a:pt x="557" y="1778"/>
                    <a:pt x="583" y="1759"/>
                  </a:cubicBezTo>
                  <a:lnTo>
                    <a:pt x="658" y="1688"/>
                  </a:lnTo>
                  <a:cubicBezTo>
                    <a:pt x="684" y="1668"/>
                    <a:pt x="712" y="1650"/>
                    <a:pt x="741" y="1634"/>
                  </a:cubicBezTo>
                  <a:cubicBezTo>
                    <a:pt x="758" y="1622"/>
                    <a:pt x="773" y="1608"/>
                    <a:pt x="788" y="1595"/>
                  </a:cubicBezTo>
                  <a:cubicBezTo>
                    <a:pt x="808" y="1579"/>
                    <a:pt x="829" y="1565"/>
                    <a:pt x="851" y="1553"/>
                  </a:cubicBezTo>
                  <a:lnTo>
                    <a:pt x="911" y="1500"/>
                  </a:lnTo>
                  <a:cubicBezTo>
                    <a:pt x="949" y="1470"/>
                    <a:pt x="982" y="1435"/>
                    <a:pt x="1010" y="1396"/>
                  </a:cubicBezTo>
                  <a:lnTo>
                    <a:pt x="1084" y="1309"/>
                  </a:lnTo>
                  <a:lnTo>
                    <a:pt x="1138" y="1237"/>
                  </a:lnTo>
                  <a:cubicBezTo>
                    <a:pt x="1155" y="1215"/>
                    <a:pt x="1173" y="1194"/>
                    <a:pt x="1191" y="1173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86" name="Freeform 93">
              <a:extLst>
                <a:ext uri="{FF2B5EF4-FFF2-40B4-BE49-F238E27FC236}">
                  <a16:creationId xmlns:a16="http://schemas.microsoft.com/office/drawing/2014/main" id="{E0F2AE2E-9E0A-3174-70E7-5EF812F7D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0" y="1689"/>
              <a:ext cx="78" cy="86"/>
            </a:xfrm>
            <a:custGeom>
              <a:avLst/>
              <a:gdLst>
                <a:gd name="T0" fmla="*/ 0 w 258"/>
                <a:gd name="T1" fmla="*/ 285 h 285"/>
                <a:gd name="T2" fmla="*/ 66 w 258"/>
                <a:gd name="T3" fmla="*/ 215 h 285"/>
                <a:gd name="T4" fmla="*/ 111 w 258"/>
                <a:gd name="T5" fmla="*/ 161 h 285"/>
                <a:gd name="T6" fmla="*/ 165 w 258"/>
                <a:gd name="T7" fmla="*/ 103 h 285"/>
                <a:gd name="T8" fmla="*/ 210 w 258"/>
                <a:gd name="T9" fmla="*/ 53 h 285"/>
                <a:gd name="T10" fmla="*/ 231 w 258"/>
                <a:gd name="T11" fmla="*/ 31 h 285"/>
                <a:gd name="T12" fmla="*/ 258 w 258"/>
                <a:gd name="T13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85">
                  <a:moveTo>
                    <a:pt x="0" y="285"/>
                  </a:moveTo>
                  <a:lnTo>
                    <a:pt x="66" y="215"/>
                  </a:lnTo>
                  <a:cubicBezTo>
                    <a:pt x="82" y="197"/>
                    <a:pt x="97" y="179"/>
                    <a:pt x="111" y="161"/>
                  </a:cubicBezTo>
                  <a:cubicBezTo>
                    <a:pt x="131" y="144"/>
                    <a:pt x="149" y="125"/>
                    <a:pt x="165" y="103"/>
                  </a:cubicBezTo>
                  <a:lnTo>
                    <a:pt x="210" y="53"/>
                  </a:lnTo>
                  <a:lnTo>
                    <a:pt x="231" y="31"/>
                  </a:lnTo>
                  <a:lnTo>
                    <a:pt x="258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87" name="Freeform 94">
              <a:extLst>
                <a:ext uri="{FF2B5EF4-FFF2-40B4-BE49-F238E27FC236}">
                  <a16:creationId xmlns:a16="http://schemas.microsoft.com/office/drawing/2014/main" id="{10B09277-11CE-A671-09A8-F48274B01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1421"/>
              <a:ext cx="551" cy="720"/>
            </a:xfrm>
            <a:custGeom>
              <a:avLst/>
              <a:gdLst>
                <a:gd name="T0" fmla="*/ 0 w 1831"/>
                <a:gd name="T1" fmla="*/ 75 h 2395"/>
                <a:gd name="T2" fmla="*/ 5 w 1831"/>
                <a:gd name="T3" fmla="*/ 135 h 2395"/>
                <a:gd name="T4" fmla="*/ 23 w 1831"/>
                <a:gd name="T5" fmla="*/ 201 h 2395"/>
                <a:gd name="T6" fmla="*/ 67 w 1831"/>
                <a:gd name="T7" fmla="*/ 263 h 2395"/>
                <a:gd name="T8" fmla="*/ 157 w 1831"/>
                <a:gd name="T9" fmla="*/ 317 h 2395"/>
                <a:gd name="T10" fmla="*/ 425 w 1831"/>
                <a:gd name="T11" fmla="*/ 439 h 2395"/>
                <a:gd name="T12" fmla="*/ 560 w 1831"/>
                <a:gd name="T13" fmla="*/ 553 h 2395"/>
                <a:gd name="T14" fmla="*/ 681 w 1831"/>
                <a:gd name="T15" fmla="*/ 729 h 2395"/>
                <a:gd name="T16" fmla="*/ 855 w 1831"/>
                <a:gd name="T17" fmla="*/ 971 h 2395"/>
                <a:gd name="T18" fmla="*/ 936 w 1831"/>
                <a:gd name="T19" fmla="*/ 1100 h 2395"/>
                <a:gd name="T20" fmla="*/ 1040 w 1831"/>
                <a:gd name="T21" fmla="*/ 1222 h 2395"/>
                <a:gd name="T22" fmla="*/ 1178 w 1831"/>
                <a:gd name="T23" fmla="*/ 1343 h 2395"/>
                <a:gd name="T24" fmla="*/ 1299 w 1831"/>
                <a:gd name="T25" fmla="*/ 1490 h 2395"/>
                <a:gd name="T26" fmla="*/ 1399 w 1831"/>
                <a:gd name="T27" fmla="*/ 1651 h 2395"/>
                <a:gd name="T28" fmla="*/ 1482 w 1831"/>
                <a:gd name="T29" fmla="*/ 1772 h 2395"/>
                <a:gd name="T30" fmla="*/ 1563 w 1831"/>
                <a:gd name="T31" fmla="*/ 1866 h 2395"/>
                <a:gd name="T32" fmla="*/ 1652 w 1831"/>
                <a:gd name="T33" fmla="*/ 1969 h 2395"/>
                <a:gd name="T34" fmla="*/ 1745 w 1831"/>
                <a:gd name="T35" fmla="*/ 2072 h 2395"/>
                <a:gd name="T36" fmla="*/ 1793 w 1831"/>
                <a:gd name="T37" fmla="*/ 2135 h 2395"/>
                <a:gd name="T38" fmla="*/ 1825 w 1831"/>
                <a:gd name="T39" fmla="*/ 2194 h 2395"/>
                <a:gd name="T40" fmla="*/ 1822 w 1831"/>
                <a:gd name="T41" fmla="*/ 2305 h 2395"/>
                <a:gd name="T42" fmla="*/ 1791 w 1831"/>
                <a:gd name="T43" fmla="*/ 2386 h 2395"/>
                <a:gd name="T44" fmla="*/ 1775 w 1831"/>
                <a:gd name="T45" fmla="*/ 2386 h 2395"/>
                <a:gd name="T46" fmla="*/ 1746 w 1831"/>
                <a:gd name="T47" fmla="*/ 2311 h 2395"/>
                <a:gd name="T48" fmla="*/ 1697 w 1831"/>
                <a:gd name="T49" fmla="*/ 2242 h 2395"/>
                <a:gd name="T50" fmla="*/ 1637 w 1831"/>
                <a:gd name="T51" fmla="*/ 2175 h 2395"/>
                <a:gd name="T52" fmla="*/ 1581 w 1831"/>
                <a:gd name="T53" fmla="*/ 2150 h 2395"/>
                <a:gd name="T54" fmla="*/ 1572 w 1831"/>
                <a:gd name="T55" fmla="*/ 2193 h 2395"/>
                <a:gd name="T56" fmla="*/ 1590 w 1831"/>
                <a:gd name="T57" fmla="*/ 2278 h 2395"/>
                <a:gd name="T58" fmla="*/ 1599 w 1831"/>
                <a:gd name="T59" fmla="*/ 2314 h 2395"/>
                <a:gd name="T60" fmla="*/ 1575 w 1831"/>
                <a:gd name="T61" fmla="*/ 2305 h 2395"/>
                <a:gd name="T62" fmla="*/ 1503 w 1831"/>
                <a:gd name="T63" fmla="*/ 2157 h 2395"/>
                <a:gd name="T64" fmla="*/ 1455 w 1831"/>
                <a:gd name="T65" fmla="*/ 2003 h 2395"/>
                <a:gd name="T66" fmla="*/ 1386 w 1831"/>
                <a:gd name="T67" fmla="*/ 1884 h 2395"/>
                <a:gd name="T68" fmla="*/ 1249 w 1831"/>
                <a:gd name="T69" fmla="*/ 1759 h 2395"/>
                <a:gd name="T70" fmla="*/ 1091 w 1831"/>
                <a:gd name="T71" fmla="*/ 1634 h 2395"/>
                <a:gd name="T72" fmla="*/ 981 w 1831"/>
                <a:gd name="T73" fmla="*/ 1553 h 2395"/>
                <a:gd name="T74" fmla="*/ 822 w 1831"/>
                <a:gd name="T75" fmla="*/ 1395 h 2395"/>
                <a:gd name="T76" fmla="*/ 694 w 1831"/>
                <a:gd name="T77" fmla="*/ 1237 h 2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31" h="2395">
                  <a:moveTo>
                    <a:pt x="3" y="0"/>
                  </a:moveTo>
                  <a:lnTo>
                    <a:pt x="0" y="75"/>
                  </a:lnTo>
                  <a:lnTo>
                    <a:pt x="0" y="102"/>
                  </a:lnTo>
                  <a:lnTo>
                    <a:pt x="5" y="135"/>
                  </a:lnTo>
                  <a:lnTo>
                    <a:pt x="11" y="168"/>
                  </a:lnTo>
                  <a:lnTo>
                    <a:pt x="23" y="201"/>
                  </a:lnTo>
                  <a:cubicBezTo>
                    <a:pt x="29" y="211"/>
                    <a:pt x="35" y="222"/>
                    <a:pt x="40" y="233"/>
                  </a:cubicBezTo>
                  <a:lnTo>
                    <a:pt x="67" y="263"/>
                  </a:lnTo>
                  <a:lnTo>
                    <a:pt x="103" y="290"/>
                  </a:lnTo>
                  <a:cubicBezTo>
                    <a:pt x="121" y="300"/>
                    <a:pt x="138" y="309"/>
                    <a:pt x="157" y="317"/>
                  </a:cubicBezTo>
                  <a:lnTo>
                    <a:pt x="341" y="391"/>
                  </a:lnTo>
                  <a:lnTo>
                    <a:pt x="425" y="439"/>
                  </a:lnTo>
                  <a:lnTo>
                    <a:pt x="506" y="496"/>
                  </a:lnTo>
                  <a:lnTo>
                    <a:pt x="560" y="553"/>
                  </a:lnTo>
                  <a:lnTo>
                    <a:pt x="614" y="626"/>
                  </a:lnTo>
                  <a:lnTo>
                    <a:pt x="681" y="729"/>
                  </a:lnTo>
                  <a:lnTo>
                    <a:pt x="771" y="854"/>
                  </a:lnTo>
                  <a:lnTo>
                    <a:pt x="855" y="971"/>
                  </a:lnTo>
                  <a:lnTo>
                    <a:pt x="900" y="1034"/>
                  </a:lnTo>
                  <a:lnTo>
                    <a:pt x="936" y="1100"/>
                  </a:lnTo>
                  <a:lnTo>
                    <a:pt x="977" y="1145"/>
                  </a:lnTo>
                  <a:lnTo>
                    <a:pt x="1040" y="1222"/>
                  </a:lnTo>
                  <a:lnTo>
                    <a:pt x="1102" y="1271"/>
                  </a:lnTo>
                  <a:lnTo>
                    <a:pt x="1178" y="1343"/>
                  </a:lnTo>
                  <a:lnTo>
                    <a:pt x="1244" y="1416"/>
                  </a:lnTo>
                  <a:cubicBezTo>
                    <a:pt x="1264" y="1440"/>
                    <a:pt x="1282" y="1464"/>
                    <a:pt x="1299" y="1490"/>
                  </a:cubicBezTo>
                  <a:lnTo>
                    <a:pt x="1352" y="1577"/>
                  </a:lnTo>
                  <a:lnTo>
                    <a:pt x="1399" y="1651"/>
                  </a:lnTo>
                  <a:lnTo>
                    <a:pt x="1464" y="1741"/>
                  </a:lnTo>
                  <a:lnTo>
                    <a:pt x="1482" y="1772"/>
                  </a:lnTo>
                  <a:lnTo>
                    <a:pt x="1512" y="1804"/>
                  </a:lnTo>
                  <a:lnTo>
                    <a:pt x="1563" y="1866"/>
                  </a:lnTo>
                  <a:lnTo>
                    <a:pt x="1610" y="1917"/>
                  </a:lnTo>
                  <a:lnTo>
                    <a:pt x="1652" y="1969"/>
                  </a:lnTo>
                  <a:lnTo>
                    <a:pt x="1709" y="2037"/>
                  </a:lnTo>
                  <a:cubicBezTo>
                    <a:pt x="1720" y="2049"/>
                    <a:pt x="1732" y="2061"/>
                    <a:pt x="1745" y="2072"/>
                  </a:cubicBezTo>
                  <a:lnTo>
                    <a:pt x="1769" y="2108"/>
                  </a:lnTo>
                  <a:cubicBezTo>
                    <a:pt x="1777" y="2117"/>
                    <a:pt x="1785" y="2126"/>
                    <a:pt x="1793" y="2135"/>
                  </a:cubicBezTo>
                  <a:lnTo>
                    <a:pt x="1814" y="2162"/>
                  </a:lnTo>
                  <a:lnTo>
                    <a:pt x="1825" y="2194"/>
                  </a:lnTo>
                  <a:lnTo>
                    <a:pt x="1831" y="2251"/>
                  </a:lnTo>
                  <a:cubicBezTo>
                    <a:pt x="1829" y="2269"/>
                    <a:pt x="1826" y="2287"/>
                    <a:pt x="1822" y="2305"/>
                  </a:cubicBezTo>
                  <a:cubicBezTo>
                    <a:pt x="1817" y="2323"/>
                    <a:pt x="1811" y="2341"/>
                    <a:pt x="1805" y="2359"/>
                  </a:cubicBezTo>
                  <a:lnTo>
                    <a:pt x="1791" y="2386"/>
                  </a:lnTo>
                  <a:cubicBezTo>
                    <a:pt x="1790" y="2389"/>
                    <a:pt x="1788" y="2393"/>
                    <a:pt x="1784" y="2395"/>
                  </a:cubicBezTo>
                  <a:cubicBezTo>
                    <a:pt x="1779" y="2395"/>
                    <a:pt x="1775" y="2391"/>
                    <a:pt x="1775" y="2386"/>
                  </a:cubicBezTo>
                  <a:lnTo>
                    <a:pt x="1769" y="2359"/>
                  </a:lnTo>
                  <a:lnTo>
                    <a:pt x="1746" y="2311"/>
                  </a:lnTo>
                  <a:lnTo>
                    <a:pt x="1724" y="2278"/>
                  </a:lnTo>
                  <a:lnTo>
                    <a:pt x="1697" y="2242"/>
                  </a:lnTo>
                  <a:cubicBezTo>
                    <a:pt x="1689" y="2230"/>
                    <a:pt x="1680" y="2218"/>
                    <a:pt x="1670" y="2207"/>
                  </a:cubicBezTo>
                  <a:lnTo>
                    <a:pt x="1637" y="2175"/>
                  </a:lnTo>
                  <a:lnTo>
                    <a:pt x="1599" y="2153"/>
                  </a:lnTo>
                  <a:cubicBezTo>
                    <a:pt x="1593" y="2151"/>
                    <a:pt x="1587" y="2150"/>
                    <a:pt x="1581" y="2150"/>
                  </a:cubicBezTo>
                  <a:cubicBezTo>
                    <a:pt x="1576" y="2151"/>
                    <a:pt x="1572" y="2154"/>
                    <a:pt x="1572" y="2158"/>
                  </a:cubicBezTo>
                  <a:lnTo>
                    <a:pt x="1572" y="2193"/>
                  </a:lnTo>
                  <a:lnTo>
                    <a:pt x="1574" y="2233"/>
                  </a:lnTo>
                  <a:lnTo>
                    <a:pt x="1590" y="2278"/>
                  </a:lnTo>
                  <a:lnTo>
                    <a:pt x="1599" y="2296"/>
                  </a:lnTo>
                  <a:cubicBezTo>
                    <a:pt x="1601" y="2302"/>
                    <a:pt x="1601" y="2308"/>
                    <a:pt x="1599" y="2314"/>
                  </a:cubicBezTo>
                  <a:cubicBezTo>
                    <a:pt x="1596" y="2317"/>
                    <a:pt x="1591" y="2319"/>
                    <a:pt x="1587" y="2319"/>
                  </a:cubicBezTo>
                  <a:cubicBezTo>
                    <a:pt x="1582" y="2315"/>
                    <a:pt x="1578" y="2311"/>
                    <a:pt x="1575" y="2305"/>
                  </a:cubicBezTo>
                  <a:lnTo>
                    <a:pt x="1531" y="2215"/>
                  </a:lnTo>
                  <a:lnTo>
                    <a:pt x="1503" y="2157"/>
                  </a:lnTo>
                  <a:cubicBezTo>
                    <a:pt x="1494" y="2138"/>
                    <a:pt x="1487" y="2117"/>
                    <a:pt x="1482" y="2096"/>
                  </a:cubicBezTo>
                  <a:lnTo>
                    <a:pt x="1455" y="2003"/>
                  </a:lnTo>
                  <a:lnTo>
                    <a:pt x="1423" y="1932"/>
                  </a:lnTo>
                  <a:cubicBezTo>
                    <a:pt x="1412" y="1915"/>
                    <a:pt x="1400" y="1899"/>
                    <a:pt x="1386" y="1884"/>
                  </a:cubicBezTo>
                  <a:cubicBezTo>
                    <a:pt x="1366" y="1862"/>
                    <a:pt x="1344" y="1841"/>
                    <a:pt x="1321" y="1822"/>
                  </a:cubicBezTo>
                  <a:cubicBezTo>
                    <a:pt x="1299" y="1799"/>
                    <a:pt x="1275" y="1778"/>
                    <a:pt x="1249" y="1759"/>
                  </a:cubicBezTo>
                  <a:lnTo>
                    <a:pt x="1174" y="1687"/>
                  </a:lnTo>
                  <a:cubicBezTo>
                    <a:pt x="1148" y="1667"/>
                    <a:pt x="1120" y="1649"/>
                    <a:pt x="1091" y="1634"/>
                  </a:cubicBezTo>
                  <a:cubicBezTo>
                    <a:pt x="1074" y="1621"/>
                    <a:pt x="1058" y="1608"/>
                    <a:pt x="1043" y="1594"/>
                  </a:cubicBezTo>
                  <a:cubicBezTo>
                    <a:pt x="1024" y="1578"/>
                    <a:pt x="1003" y="1565"/>
                    <a:pt x="981" y="1553"/>
                  </a:cubicBezTo>
                  <a:lnTo>
                    <a:pt x="921" y="1499"/>
                  </a:lnTo>
                  <a:cubicBezTo>
                    <a:pt x="883" y="1470"/>
                    <a:pt x="849" y="1435"/>
                    <a:pt x="822" y="1395"/>
                  </a:cubicBezTo>
                  <a:lnTo>
                    <a:pt x="748" y="1308"/>
                  </a:lnTo>
                  <a:lnTo>
                    <a:pt x="694" y="1237"/>
                  </a:lnTo>
                  <a:cubicBezTo>
                    <a:pt x="677" y="1215"/>
                    <a:pt x="659" y="1193"/>
                    <a:pt x="641" y="1172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88" name="Freeform 95">
              <a:extLst>
                <a:ext uri="{FF2B5EF4-FFF2-40B4-BE49-F238E27FC236}">
                  <a16:creationId xmlns:a16="http://schemas.microsoft.com/office/drawing/2014/main" id="{3B5F012A-839C-5596-6126-22E932372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1689"/>
              <a:ext cx="177" cy="1415"/>
            </a:xfrm>
            <a:custGeom>
              <a:avLst/>
              <a:gdLst>
                <a:gd name="T0" fmla="*/ 65 w 588"/>
                <a:gd name="T1" fmla="*/ 143 h 4701"/>
                <a:gd name="T2" fmla="*/ 77 w 588"/>
                <a:gd name="T3" fmla="*/ 358 h 4701"/>
                <a:gd name="T4" fmla="*/ 113 w 588"/>
                <a:gd name="T5" fmla="*/ 630 h 4701"/>
                <a:gd name="T6" fmla="*/ 117 w 588"/>
                <a:gd name="T7" fmla="*/ 797 h 4701"/>
                <a:gd name="T8" fmla="*/ 62 w 588"/>
                <a:gd name="T9" fmla="*/ 1061 h 4701"/>
                <a:gd name="T10" fmla="*/ 15 w 588"/>
                <a:gd name="T11" fmla="*/ 1253 h 4701"/>
                <a:gd name="T12" fmla="*/ 1 w 588"/>
                <a:gd name="T13" fmla="*/ 1450 h 4701"/>
                <a:gd name="T14" fmla="*/ 6 w 588"/>
                <a:gd name="T15" fmla="*/ 1674 h 4701"/>
                <a:gd name="T16" fmla="*/ 33 w 588"/>
                <a:gd name="T17" fmla="*/ 1847 h 4701"/>
                <a:gd name="T18" fmla="*/ 65 w 588"/>
                <a:gd name="T19" fmla="*/ 1997 h 4701"/>
                <a:gd name="T20" fmla="*/ 91 w 588"/>
                <a:gd name="T21" fmla="*/ 2181 h 4701"/>
                <a:gd name="T22" fmla="*/ 113 w 588"/>
                <a:gd name="T23" fmla="*/ 2360 h 4701"/>
                <a:gd name="T24" fmla="*/ 131 w 588"/>
                <a:gd name="T25" fmla="*/ 2534 h 4701"/>
                <a:gd name="T26" fmla="*/ 140 w 588"/>
                <a:gd name="T27" fmla="*/ 2790 h 4701"/>
                <a:gd name="T28" fmla="*/ 131 w 588"/>
                <a:gd name="T29" fmla="*/ 3050 h 4701"/>
                <a:gd name="T30" fmla="*/ 158 w 588"/>
                <a:gd name="T31" fmla="*/ 3420 h 4701"/>
                <a:gd name="T32" fmla="*/ 212 w 588"/>
                <a:gd name="T33" fmla="*/ 3716 h 4701"/>
                <a:gd name="T34" fmla="*/ 224 w 588"/>
                <a:gd name="T35" fmla="*/ 3967 h 4701"/>
                <a:gd name="T36" fmla="*/ 227 w 588"/>
                <a:gd name="T37" fmla="*/ 4247 h 4701"/>
                <a:gd name="T38" fmla="*/ 212 w 588"/>
                <a:gd name="T39" fmla="*/ 4406 h 4701"/>
                <a:gd name="T40" fmla="*/ 194 w 588"/>
                <a:gd name="T41" fmla="*/ 4504 h 4701"/>
                <a:gd name="T42" fmla="*/ 205 w 588"/>
                <a:gd name="T43" fmla="*/ 4567 h 4701"/>
                <a:gd name="T44" fmla="*/ 239 w 588"/>
                <a:gd name="T45" fmla="*/ 4558 h 4701"/>
                <a:gd name="T46" fmla="*/ 242 w 588"/>
                <a:gd name="T47" fmla="*/ 4605 h 4701"/>
                <a:gd name="T48" fmla="*/ 278 w 588"/>
                <a:gd name="T49" fmla="*/ 4588 h 4701"/>
                <a:gd name="T50" fmla="*/ 292 w 588"/>
                <a:gd name="T51" fmla="*/ 4620 h 4701"/>
                <a:gd name="T52" fmla="*/ 319 w 588"/>
                <a:gd name="T53" fmla="*/ 4638 h 4701"/>
                <a:gd name="T54" fmla="*/ 346 w 588"/>
                <a:gd name="T55" fmla="*/ 4635 h 4701"/>
                <a:gd name="T56" fmla="*/ 364 w 588"/>
                <a:gd name="T57" fmla="*/ 4665 h 4701"/>
                <a:gd name="T58" fmla="*/ 402 w 588"/>
                <a:gd name="T59" fmla="*/ 4669 h 4701"/>
                <a:gd name="T60" fmla="*/ 432 w 588"/>
                <a:gd name="T61" fmla="*/ 4692 h 4701"/>
                <a:gd name="T62" fmla="*/ 483 w 588"/>
                <a:gd name="T63" fmla="*/ 4495 h 4701"/>
                <a:gd name="T64" fmla="*/ 462 w 588"/>
                <a:gd name="T65" fmla="*/ 4215 h 4701"/>
                <a:gd name="T66" fmla="*/ 480 w 588"/>
                <a:gd name="T67" fmla="*/ 4056 h 4701"/>
                <a:gd name="T68" fmla="*/ 471 w 588"/>
                <a:gd name="T69" fmla="*/ 3913 h 4701"/>
                <a:gd name="T70" fmla="*/ 480 w 588"/>
                <a:gd name="T71" fmla="*/ 3791 h 4701"/>
                <a:gd name="T72" fmla="*/ 494 w 588"/>
                <a:gd name="T73" fmla="*/ 3591 h 4701"/>
                <a:gd name="T74" fmla="*/ 516 w 588"/>
                <a:gd name="T75" fmla="*/ 3420 h 4701"/>
                <a:gd name="T76" fmla="*/ 534 w 588"/>
                <a:gd name="T77" fmla="*/ 3259 h 4701"/>
                <a:gd name="T78" fmla="*/ 519 w 588"/>
                <a:gd name="T79" fmla="*/ 3012 h 4701"/>
                <a:gd name="T80" fmla="*/ 502 w 588"/>
                <a:gd name="T81" fmla="*/ 2874 h 4701"/>
                <a:gd name="T82" fmla="*/ 507 w 588"/>
                <a:gd name="T83" fmla="*/ 2767 h 4701"/>
                <a:gd name="T84" fmla="*/ 537 w 588"/>
                <a:gd name="T85" fmla="*/ 2650 h 4701"/>
                <a:gd name="T86" fmla="*/ 557 w 588"/>
                <a:gd name="T87" fmla="*/ 2484 h 4701"/>
                <a:gd name="T88" fmla="*/ 556 w 588"/>
                <a:gd name="T89" fmla="*/ 2190 h 4701"/>
                <a:gd name="T90" fmla="*/ 566 w 588"/>
                <a:gd name="T91" fmla="*/ 1991 h 4701"/>
                <a:gd name="T92" fmla="*/ 561 w 588"/>
                <a:gd name="T93" fmla="*/ 1791 h 4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88" h="4701">
                  <a:moveTo>
                    <a:pt x="54" y="0"/>
                  </a:moveTo>
                  <a:cubicBezTo>
                    <a:pt x="58" y="22"/>
                    <a:pt x="60" y="45"/>
                    <a:pt x="59" y="69"/>
                  </a:cubicBezTo>
                  <a:lnTo>
                    <a:pt x="65" y="143"/>
                  </a:lnTo>
                  <a:lnTo>
                    <a:pt x="68" y="202"/>
                  </a:lnTo>
                  <a:lnTo>
                    <a:pt x="68" y="282"/>
                  </a:lnTo>
                  <a:lnTo>
                    <a:pt x="77" y="358"/>
                  </a:lnTo>
                  <a:lnTo>
                    <a:pt x="92" y="452"/>
                  </a:lnTo>
                  <a:lnTo>
                    <a:pt x="104" y="550"/>
                  </a:lnTo>
                  <a:lnTo>
                    <a:pt x="113" y="630"/>
                  </a:lnTo>
                  <a:lnTo>
                    <a:pt x="119" y="698"/>
                  </a:lnTo>
                  <a:lnTo>
                    <a:pt x="122" y="752"/>
                  </a:lnTo>
                  <a:lnTo>
                    <a:pt x="117" y="797"/>
                  </a:lnTo>
                  <a:lnTo>
                    <a:pt x="104" y="877"/>
                  </a:lnTo>
                  <a:lnTo>
                    <a:pt x="86" y="967"/>
                  </a:lnTo>
                  <a:lnTo>
                    <a:pt x="62" y="1061"/>
                  </a:lnTo>
                  <a:cubicBezTo>
                    <a:pt x="56" y="1086"/>
                    <a:pt x="49" y="1112"/>
                    <a:pt x="41" y="1137"/>
                  </a:cubicBezTo>
                  <a:cubicBezTo>
                    <a:pt x="38" y="1156"/>
                    <a:pt x="34" y="1176"/>
                    <a:pt x="28" y="1194"/>
                  </a:cubicBezTo>
                  <a:cubicBezTo>
                    <a:pt x="20" y="1213"/>
                    <a:pt x="16" y="1233"/>
                    <a:pt x="15" y="1253"/>
                  </a:cubicBezTo>
                  <a:lnTo>
                    <a:pt x="6" y="1307"/>
                  </a:lnTo>
                  <a:cubicBezTo>
                    <a:pt x="3" y="1325"/>
                    <a:pt x="2" y="1343"/>
                    <a:pt x="2" y="1361"/>
                  </a:cubicBezTo>
                  <a:lnTo>
                    <a:pt x="1" y="1450"/>
                  </a:lnTo>
                  <a:lnTo>
                    <a:pt x="0" y="1522"/>
                  </a:lnTo>
                  <a:lnTo>
                    <a:pt x="0" y="1603"/>
                  </a:lnTo>
                  <a:lnTo>
                    <a:pt x="6" y="1674"/>
                  </a:lnTo>
                  <a:lnTo>
                    <a:pt x="15" y="1737"/>
                  </a:lnTo>
                  <a:lnTo>
                    <a:pt x="23" y="1818"/>
                  </a:lnTo>
                  <a:lnTo>
                    <a:pt x="33" y="1847"/>
                  </a:lnTo>
                  <a:lnTo>
                    <a:pt x="41" y="1889"/>
                  </a:lnTo>
                  <a:lnTo>
                    <a:pt x="54" y="1938"/>
                  </a:lnTo>
                  <a:lnTo>
                    <a:pt x="65" y="1997"/>
                  </a:lnTo>
                  <a:lnTo>
                    <a:pt x="71" y="2050"/>
                  </a:lnTo>
                  <a:lnTo>
                    <a:pt x="81" y="2109"/>
                  </a:lnTo>
                  <a:lnTo>
                    <a:pt x="91" y="2181"/>
                  </a:lnTo>
                  <a:lnTo>
                    <a:pt x="101" y="2243"/>
                  </a:lnTo>
                  <a:lnTo>
                    <a:pt x="104" y="2301"/>
                  </a:lnTo>
                  <a:cubicBezTo>
                    <a:pt x="108" y="2321"/>
                    <a:pt x="111" y="2340"/>
                    <a:pt x="113" y="2360"/>
                  </a:cubicBezTo>
                  <a:cubicBezTo>
                    <a:pt x="117" y="2382"/>
                    <a:pt x="120" y="2404"/>
                    <a:pt x="122" y="2426"/>
                  </a:cubicBezTo>
                  <a:lnTo>
                    <a:pt x="127" y="2484"/>
                  </a:lnTo>
                  <a:lnTo>
                    <a:pt x="131" y="2534"/>
                  </a:lnTo>
                  <a:lnTo>
                    <a:pt x="137" y="2600"/>
                  </a:lnTo>
                  <a:cubicBezTo>
                    <a:pt x="140" y="2632"/>
                    <a:pt x="142" y="2663"/>
                    <a:pt x="144" y="2695"/>
                  </a:cubicBezTo>
                  <a:lnTo>
                    <a:pt x="140" y="2790"/>
                  </a:lnTo>
                  <a:lnTo>
                    <a:pt x="136" y="2865"/>
                  </a:lnTo>
                  <a:lnTo>
                    <a:pt x="135" y="2960"/>
                  </a:lnTo>
                  <a:lnTo>
                    <a:pt x="131" y="3050"/>
                  </a:lnTo>
                  <a:lnTo>
                    <a:pt x="131" y="3256"/>
                  </a:lnTo>
                  <a:lnTo>
                    <a:pt x="144" y="3336"/>
                  </a:lnTo>
                  <a:lnTo>
                    <a:pt x="158" y="3420"/>
                  </a:lnTo>
                  <a:lnTo>
                    <a:pt x="180" y="3537"/>
                  </a:lnTo>
                  <a:lnTo>
                    <a:pt x="194" y="3626"/>
                  </a:lnTo>
                  <a:lnTo>
                    <a:pt x="212" y="3716"/>
                  </a:lnTo>
                  <a:cubicBezTo>
                    <a:pt x="215" y="3737"/>
                    <a:pt x="219" y="3758"/>
                    <a:pt x="220" y="3779"/>
                  </a:cubicBezTo>
                  <a:lnTo>
                    <a:pt x="226" y="3886"/>
                  </a:lnTo>
                  <a:lnTo>
                    <a:pt x="224" y="3967"/>
                  </a:lnTo>
                  <a:cubicBezTo>
                    <a:pt x="222" y="3994"/>
                    <a:pt x="219" y="4021"/>
                    <a:pt x="215" y="4047"/>
                  </a:cubicBezTo>
                  <a:cubicBezTo>
                    <a:pt x="212" y="4068"/>
                    <a:pt x="211" y="4089"/>
                    <a:pt x="212" y="4110"/>
                  </a:cubicBezTo>
                  <a:lnTo>
                    <a:pt x="227" y="4247"/>
                  </a:lnTo>
                  <a:lnTo>
                    <a:pt x="226" y="4302"/>
                  </a:lnTo>
                  <a:lnTo>
                    <a:pt x="220" y="4356"/>
                  </a:lnTo>
                  <a:lnTo>
                    <a:pt x="212" y="4406"/>
                  </a:lnTo>
                  <a:lnTo>
                    <a:pt x="207" y="4438"/>
                  </a:lnTo>
                  <a:lnTo>
                    <a:pt x="200" y="4472"/>
                  </a:lnTo>
                  <a:lnTo>
                    <a:pt x="194" y="4504"/>
                  </a:lnTo>
                  <a:lnTo>
                    <a:pt x="188" y="4540"/>
                  </a:lnTo>
                  <a:cubicBezTo>
                    <a:pt x="185" y="4552"/>
                    <a:pt x="192" y="4563"/>
                    <a:pt x="204" y="4566"/>
                  </a:cubicBezTo>
                  <a:cubicBezTo>
                    <a:pt x="204" y="4566"/>
                    <a:pt x="205" y="4567"/>
                    <a:pt x="205" y="4567"/>
                  </a:cubicBezTo>
                  <a:cubicBezTo>
                    <a:pt x="212" y="4568"/>
                    <a:pt x="218" y="4567"/>
                    <a:pt x="223" y="4562"/>
                  </a:cubicBezTo>
                  <a:cubicBezTo>
                    <a:pt x="225" y="4557"/>
                    <a:pt x="231" y="4554"/>
                    <a:pt x="236" y="4556"/>
                  </a:cubicBezTo>
                  <a:cubicBezTo>
                    <a:pt x="237" y="4557"/>
                    <a:pt x="238" y="4557"/>
                    <a:pt x="239" y="4558"/>
                  </a:cubicBezTo>
                  <a:cubicBezTo>
                    <a:pt x="243" y="4563"/>
                    <a:pt x="244" y="4569"/>
                    <a:pt x="243" y="4576"/>
                  </a:cubicBezTo>
                  <a:lnTo>
                    <a:pt x="239" y="4594"/>
                  </a:lnTo>
                  <a:cubicBezTo>
                    <a:pt x="236" y="4598"/>
                    <a:pt x="238" y="4603"/>
                    <a:pt x="242" y="4605"/>
                  </a:cubicBezTo>
                  <a:cubicBezTo>
                    <a:pt x="244" y="4607"/>
                    <a:pt x="248" y="4607"/>
                    <a:pt x="250" y="4605"/>
                  </a:cubicBezTo>
                  <a:cubicBezTo>
                    <a:pt x="256" y="4605"/>
                    <a:pt x="262" y="4601"/>
                    <a:pt x="265" y="4596"/>
                  </a:cubicBezTo>
                  <a:cubicBezTo>
                    <a:pt x="267" y="4591"/>
                    <a:pt x="272" y="4587"/>
                    <a:pt x="278" y="4588"/>
                  </a:cubicBezTo>
                  <a:cubicBezTo>
                    <a:pt x="278" y="4589"/>
                    <a:pt x="279" y="4589"/>
                    <a:pt x="280" y="4589"/>
                  </a:cubicBezTo>
                  <a:cubicBezTo>
                    <a:pt x="286" y="4590"/>
                    <a:pt x="290" y="4596"/>
                    <a:pt x="289" y="4602"/>
                  </a:cubicBezTo>
                  <a:lnTo>
                    <a:pt x="292" y="4620"/>
                  </a:lnTo>
                  <a:cubicBezTo>
                    <a:pt x="293" y="4627"/>
                    <a:pt x="296" y="4634"/>
                    <a:pt x="301" y="4638"/>
                  </a:cubicBezTo>
                  <a:cubicBezTo>
                    <a:pt x="306" y="4643"/>
                    <a:pt x="313" y="4644"/>
                    <a:pt x="318" y="4639"/>
                  </a:cubicBezTo>
                  <a:cubicBezTo>
                    <a:pt x="318" y="4639"/>
                    <a:pt x="319" y="4639"/>
                    <a:pt x="319" y="4638"/>
                  </a:cubicBezTo>
                  <a:lnTo>
                    <a:pt x="324" y="4629"/>
                  </a:lnTo>
                  <a:cubicBezTo>
                    <a:pt x="327" y="4623"/>
                    <a:pt x="333" y="4620"/>
                    <a:pt x="340" y="4620"/>
                  </a:cubicBezTo>
                  <a:cubicBezTo>
                    <a:pt x="345" y="4623"/>
                    <a:pt x="347" y="4629"/>
                    <a:pt x="346" y="4635"/>
                  </a:cubicBezTo>
                  <a:cubicBezTo>
                    <a:pt x="346" y="4644"/>
                    <a:pt x="347" y="4652"/>
                    <a:pt x="350" y="4661"/>
                  </a:cubicBezTo>
                  <a:cubicBezTo>
                    <a:pt x="351" y="4665"/>
                    <a:pt x="356" y="4668"/>
                    <a:pt x="361" y="4666"/>
                  </a:cubicBezTo>
                  <a:cubicBezTo>
                    <a:pt x="362" y="4666"/>
                    <a:pt x="363" y="4666"/>
                    <a:pt x="364" y="4665"/>
                  </a:cubicBezTo>
                  <a:lnTo>
                    <a:pt x="382" y="4652"/>
                  </a:lnTo>
                  <a:cubicBezTo>
                    <a:pt x="386" y="4647"/>
                    <a:pt x="393" y="4645"/>
                    <a:pt x="400" y="4647"/>
                  </a:cubicBezTo>
                  <a:cubicBezTo>
                    <a:pt x="404" y="4654"/>
                    <a:pt x="405" y="4661"/>
                    <a:pt x="402" y="4669"/>
                  </a:cubicBezTo>
                  <a:cubicBezTo>
                    <a:pt x="398" y="4676"/>
                    <a:pt x="400" y="4686"/>
                    <a:pt x="406" y="4692"/>
                  </a:cubicBezTo>
                  <a:cubicBezTo>
                    <a:pt x="411" y="4699"/>
                    <a:pt x="420" y="4701"/>
                    <a:pt x="428" y="4696"/>
                  </a:cubicBezTo>
                  <a:cubicBezTo>
                    <a:pt x="429" y="4695"/>
                    <a:pt x="431" y="4694"/>
                    <a:pt x="432" y="4692"/>
                  </a:cubicBezTo>
                  <a:cubicBezTo>
                    <a:pt x="440" y="4681"/>
                    <a:pt x="447" y="4669"/>
                    <a:pt x="453" y="4656"/>
                  </a:cubicBezTo>
                  <a:lnTo>
                    <a:pt x="476" y="4584"/>
                  </a:lnTo>
                  <a:cubicBezTo>
                    <a:pt x="480" y="4555"/>
                    <a:pt x="482" y="4525"/>
                    <a:pt x="483" y="4495"/>
                  </a:cubicBezTo>
                  <a:lnTo>
                    <a:pt x="480" y="4390"/>
                  </a:lnTo>
                  <a:lnTo>
                    <a:pt x="471" y="4289"/>
                  </a:lnTo>
                  <a:lnTo>
                    <a:pt x="462" y="4215"/>
                  </a:lnTo>
                  <a:lnTo>
                    <a:pt x="465" y="4155"/>
                  </a:lnTo>
                  <a:lnTo>
                    <a:pt x="471" y="4110"/>
                  </a:lnTo>
                  <a:cubicBezTo>
                    <a:pt x="476" y="4092"/>
                    <a:pt x="479" y="4074"/>
                    <a:pt x="480" y="4056"/>
                  </a:cubicBezTo>
                  <a:lnTo>
                    <a:pt x="484" y="3999"/>
                  </a:lnTo>
                  <a:lnTo>
                    <a:pt x="480" y="3955"/>
                  </a:lnTo>
                  <a:cubicBezTo>
                    <a:pt x="476" y="3941"/>
                    <a:pt x="473" y="3927"/>
                    <a:pt x="471" y="3913"/>
                  </a:cubicBezTo>
                  <a:lnTo>
                    <a:pt x="471" y="3877"/>
                  </a:lnTo>
                  <a:lnTo>
                    <a:pt x="474" y="3837"/>
                  </a:lnTo>
                  <a:lnTo>
                    <a:pt x="480" y="3791"/>
                  </a:lnTo>
                  <a:lnTo>
                    <a:pt x="489" y="3739"/>
                  </a:lnTo>
                  <a:lnTo>
                    <a:pt x="489" y="3644"/>
                  </a:lnTo>
                  <a:cubicBezTo>
                    <a:pt x="487" y="3626"/>
                    <a:pt x="489" y="3608"/>
                    <a:pt x="494" y="3591"/>
                  </a:cubicBezTo>
                  <a:lnTo>
                    <a:pt x="507" y="3537"/>
                  </a:lnTo>
                  <a:lnTo>
                    <a:pt x="511" y="3483"/>
                  </a:lnTo>
                  <a:cubicBezTo>
                    <a:pt x="514" y="3462"/>
                    <a:pt x="516" y="3441"/>
                    <a:pt x="516" y="3420"/>
                  </a:cubicBezTo>
                  <a:lnTo>
                    <a:pt x="525" y="3376"/>
                  </a:lnTo>
                  <a:lnTo>
                    <a:pt x="530" y="3318"/>
                  </a:lnTo>
                  <a:lnTo>
                    <a:pt x="534" y="3259"/>
                  </a:lnTo>
                  <a:lnTo>
                    <a:pt x="534" y="3086"/>
                  </a:lnTo>
                  <a:cubicBezTo>
                    <a:pt x="533" y="3074"/>
                    <a:pt x="530" y="3062"/>
                    <a:pt x="525" y="3051"/>
                  </a:cubicBezTo>
                  <a:cubicBezTo>
                    <a:pt x="523" y="3038"/>
                    <a:pt x="520" y="3025"/>
                    <a:pt x="519" y="3012"/>
                  </a:cubicBezTo>
                  <a:lnTo>
                    <a:pt x="516" y="2964"/>
                  </a:lnTo>
                  <a:lnTo>
                    <a:pt x="507" y="2919"/>
                  </a:lnTo>
                  <a:lnTo>
                    <a:pt x="502" y="2874"/>
                  </a:lnTo>
                  <a:lnTo>
                    <a:pt x="503" y="2844"/>
                  </a:lnTo>
                  <a:lnTo>
                    <a:pt x="507" y="2800"/>
                  </a:lnTo>
                  <a:lnTo>
                    <a:pt x="507" y="2767"/>
                  </a:lnTo>
                  <a:lnTo>
                    <a:pt x="516" y="2731"/>
                  </a:lnTo>
                  <a:cubicBezTo>
                    <a:pt x="521" y="2715"/>
                    <a:pt x="524" y="2699"/>
                    <a:pt x="525" y="2682"/>
                  </a:cubicBezTo>
                  <a:lnTo>
                    <a:pt x="537" y="2650"/>
                  </a:lnTo>
                  <a:lnTo>
                    <a:pt x="546" y="2601"/>
                  </a:lnTo>
                  <a:lnTo>
                    <a:pt x="556" y="2543"/>
                  </a:lnTo>
                  <a:lnTo>
                    <a:pt x="557" y="2484"/>
                  </a:lnTo>
                  <a:lnTo>
                    <a:pt x="557" y="2364"/>
                  </a:lnTo>
                  <a:lnTo>
                    <a:pt x="556" y="2274"/>
                  </a:lnTo>
                  <a:lnTo>
                    <a:pt x="556" y="2190"/>
                  </a:lnTo>
                  <a:cubicBezTo>
                    <a:pt x="559" y="2167"/>
                    <a:pt x="561" y="2145"/>
                    <a:pt x="561" y="2122"/>
                  </a:cubicBezTo>
                  <a:lnTo>
                    <a:pt x="566" y="2050"/>
                  </a:lnTo>
                  <a:lnTo>
                    <a:pt x="566" y="1991"/>
                  </a:lnTo>
                  <a:lnTo>
                    <a:pt x="564" y="1920"/>
                  </a:lnTo>
                  <a:lnTo>
                    <a:pt x="561" y="1862"/>
                  </a:lnTo>
                  <a:lnTo>
                    <a:pt x="561" y="1791"/>
                  </a:lnTo>
                  <a:cubicBezTo>
                    <a:pt x="561" y="1784"/>
                    <a:pt x="564" y="1777"/>
                    <a:pt x="570" y="1773"/>
                  </a:cubicBezTo>
                  <a:cubicBezTo>
                    <a:pt x="574" y="1767"/>
                    <a:pt x="580" y="1762"/>
                    <a:pt x="588" y="176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89" name="Freeform 96">
              <a:extLst>
                <a:ext uri="{FF2B5EF4-FFF2-40B4-BE49-F238E27FC236}">
                  <a16:creationId xmlns:a16="http://schemas.microsoft.com/office/drawing/2014/main" id="{53E589D6-8016-A7E3-BE56-37D2D117F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1689"/>
              <a:ext cx="177" cy="1415"/>
            </a:xfrm>
            <a:custGeom>
              <a:avLst/>
              <a:gdLst>
                <a:gd name="T0" fmla="*/ 523 w 588"/>
                <a:gd name="T1" fmla="*/ 143 h 4701"/>
                <a:gd name="T2" fmla="*/ 511 w 588"/>
                <a:gd name="T3" fmla="*/ 358 h 4701"/>
                <a:gd name="T4" fmla="*/ 475 w 588"/>
                <a:gd name="T5" fmla="*/ 630 h 4701"/>
                <a:gd name="T6" fmla="*/ 471 w 588"/>
                <a:gd name="T7" fmla="*/ 797 h 4701"/>
                <a:gd name="T8" fmla="*/ 526 w 588"/>
                <a:gd name="T9" fmla="*/ 1061 h 4701"/>
                <a:gd name="T10" fmla="*/ 573 w 588"/>
                <a:gd name="T11" fmla="*/ 1253 h 4701"/>
                <a:gd name="T12" fmla="*/ 587 w 588"/>
                <a:gd name="T13" fmla="*/ 1450 h 4701"/>
                <a:gd name="T14" fmla="*/ 582 w 588"/>
                <a:gd name="T15" fmla="*/ 1674 h 4701"/>
                <a:gd name="T16" fmla="*/ 555 w 588"/>
                <a:gd name="T17" fmla="*/ 1847 h 4701"/>
                <a:gd name="T18" fmla="*/ 523 w 588"/>
                <a:gd name="T19" fmla="*/ 1997 h 4701"/>
                <a:gd name="T20" fmla="*/ 497 w 588"/>
                <a:gd name="T21" fmla="*/ 2181 h 4701"/>
                <a:gd name="T22" fmla="*/ 475 w 588"/>
                <a:gd name="T23" fmla="*/ 2360 h 4701"/>
                <a:gd name="T24" fmla="*/ 457 w 588"/>
                <a:gd name="T25" fmla="*/ 2534 h 4701"/>
                <a:gd name="T26" fmla="*/ 448 w 588"/>
                <a:gd name="T27" fmla="*/ 2790 h 4701"/>
                <a:gd name="T28" fmla="*/ 457 w 588"/>
                <a:gd name="T29" fmla="*/ 3050 h 4701"/>
                <a:gd name="T30" fmla="*/ 430 w 588"/>
                <a:gd name="T31" fmla="*/ 3420 h 4701"/>
                <a:gd name="T32" fmla="*/ 376 w 588"/>
                <a:gd name="T33" fmla="*/ 3716 h 4701"/>
                <a:gd name="T34" fmla="*/ 364 w 588"/>
                <a:gd name="T35" fmla="*/ 3967 h 4701"/>
                <a:gd name="T36" fmla="*/ 361 w 588"/>
                <a:gd name="T37" fmla="*/ 4247 h 4701"/>
                <a:gd name="T38" fmla="*/ 376 w 588"/>
                <a:gd name="T39" fmla="*/ 4406 h 4701"/>
                <a:gd name="T40" fmla="*/ 394 w 588"/>
                <a:gd name="T41" fmla="*/ 4504 h 4701"/>
                <a:gd name="T42" fmla="*/ 383 w 588"/>
                <a:gd name="T43" fmla="*/ 4567 h 4701"/>
                <a:gd name="T44" fmla="*/ 349 w 588"/>
                <a:gd name="T45" fmla="*/ 4558 h 4701"/>
                <a:gd name="T46" fmla="*/ 346 w 588"/>
                <a:gd name="T47" fmla="*/ 4605 h 4701"/>
                <a:gd name="T48" fmla="*/ 310 w 588"/>
                <a:gd name="T49" fmla="*/ 4588 h 4701"/>
                <a:gd name="T50" fmla="*/ 296 w 588"/>
                <a:gd name="T51" fmla="*/ 4620 h 4701"/>
                <a:gd name="T52" fmla="*/ 269 w 588"/>
                <a:gd name="T53" fmla="*/ 4638 h 4701"/>
                <a:gd name="T54" fmla="*/ 242 w 588"/>
                <a:gd name="T55" fmla="*/ 4635 h 4701"/>
                <a:gd name="T56" fmla="*/ 224 w 588"/>
                <a:gd name="T57" fmla="*/ 4665 h 4701"/>
                <a:gd name="T58" fmla="*/ 186 w 588"/>
                <a:gd name="T59" fmla="*/ 4669 h 4701"/>
                <a:gd name="T60" fmla="*/ 156 w 588"/>
                <a:gd name="T61" fmla="*/ 4692 h 4701"/>
                <a:gd name="T62" fmla="*/ 105 w 588"/>
                <a:gd name="T63" fmla="*/ 4495 h 4701"/>
                <a:gd name="T64" fmla="*/ 126 w 588"/>
                <a:gd name="T65" fmla="*/ 4215 h 4701"/>
                <a:gd name="T66" fmla="*/ 108 w 588"/>
                <a:gd name="T67" fmla="*/ 4056 h 4701"/>
                <a:gd name="T68" fmla="*/ 117 w 588"/>
                <a:gd name="T69" fmla="*/ 3913 h 4701"/>
                <a:gd name="T70" fmla="*/ 108 w 588"/>
                <a:gd name="T71" fmla="*/ 3791 h 4701"/>
                <a:gd name="T72" fmla="*/ 93 w 588"/>
                <a:gd name="T73" fmla="*/ 3591 h 4701"/>
                <a:gd name="T74" fmla="*/ 72 w 588"/>
                <a:gd name="T75" fmla="*/ 3420 h 4701"/>
                <a:gd name="T76" fmla="*/ 54 w 588"/>
                <a:gd name="T77" fmla="*/ 3259 h 4701"/>
                <a:gd name="T78" fmla="*/ 69 w 588"/>
                <a:gd name="T79" fmla="*/ 3012 h 4701"/>
                <a:gd name="T80" fmla="*/ 86 w 588"/>
                <a:gd name="T81" fmla="*/ 2874 h 4701"/>
                <a:gd name="T82" fmla="*/ 81 w 588"/>
                <a:gd name="T83" fmla="*/ 2767 h 4701"/>
                <a:gd name="T84" fmla="*/ 51 w 588"/>
                <a:gd name="T85" fmla="*/ 2650 h 4701"/>
                <a:gd name="T86" fmla="*/ 31 w 588"/>
                <a:gd name="T87" fmla="*/ 2484 h 4701"/>
                <a:gd name="T88" fmla="*/ 32 w 588"/>
                <a:gd name="T89" fmla="*/ 2190 h 4701"/>
                <a:gd name="T90" fmla="*/ 22 w 588"/>
                <a:gd name="T91" fmla="*/ 1991 h 4701"/>
                <a:gd name="T92" fmla="*/ 27 w 588"/>
                <a:gd name="T93" fmla="*/ 1791 h 4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88" h="4701">
                  <a:moveTo>
                    <a:pt x="534" y="0"/>
                  </a:moveTo>
                  <a:cubicBezTo>
                    <a:pt x="530" y="22"/>
                    <a:pt x="528" y="45"/>
                    <a:pt x="529" y="69"/>
                  </a:cubicBezTo>
                  <a:lnTo>
                    <a:pt x="523" y="143"/>
                  </a:lnTo>
                  <a:lnTo>
                    <a:pt x="520" y="202"/>
                  </a:lnTo>
                  <a:lnTo>
                    <a:pt x="520" y="282"/>
                  </a:lnTo>
                  <a:lnTo>
                    <a:pt x="511" y="358"/>
                  </a:lnTo>
                  <a:lnTo>
                    <a:pt x="495" y="452"/>
                  </a:lnTo>
                  <a:lnTo>
                    <a:pt x="484" y="550"/>
                  </a:lnTo>
                  <a:lnTo>
                    <a:pt x="475" y="630"/>
                  </a:lnTo>
                  <a:lnTo>
                    <a:pt x="469" y="698"/>
                  </a:lnTo>
                  <a:lnTo>
                    <a:pt x="466" y="752"/>
                  </a:lnTo>
                  <a:lnTo>
                    <a:pt x="471" y="797"/>
                  </a:lnTo>
                  <a:lnTo>
                    <a:pt x="484" y="877"/>
                  </a:lnTo>
                  <a:lnTo>
                    <a:pt x="502" y="967"/>
                  </a:lnTo>
                  <a:lnTo>
                    <a:pt x="526" y="1061"/>
                  </a:lnTo>
                  <a:cubicBezTo>
                    <a:pt x="532" y="1086"/>
                    <a:pt x="539" y="1112"/>
                    <a:pt x="546" y="1137"/>
                  </a:cubicBezTo>
                  <a:cubicBezTo>
                    <a:pt x="549" y="1156"/>
                    <a:pt x="554" y="1176"/>
                    <a:pt x="560" y="1194"/>
                  </a:cubicBezTo>
                  <a:cubicBezTo>
                    <a:pt x="568" y="1213"/>
                    <a:pt x="572" y="1233"/>
                    <a:pt x="573" y="1253"/>
                  </a:cubicBezTo>
                  <a:lnTo>
                    <a:pt x="582" y="1307"/>
                  </a:lnTo>
                  <a:cubicBezTo>
                    <a:pt x="585" y="1325"/>
                    <a:pt x="586" y="1343"/>
                    <a:pt x="586" y="1361"/>
                  </a:cubicBezTo>
                  <a:lnTo>
                    <a:pt x="587" y="1450"/>
                  </a:lnTo>
                  <a:lnTo>
                    <a:pt x="588" y="1522"/>
                  </a:lnTo>
                  <a:lnTo>
                    <a:pt x="588" y="1603"/>
                  </a:lnTo>
                  <a:lnTo>
                    <a:pt x="582" y="1674"/>
                  </a:lnTo>
                  <a:lnTo>
                    <a:pt x="573" y="1737"/>
                  </a:lnTo>
                  <a:lnTo>
                    <a:pt x="564" y="1818"/>
                  </a:lnTo>
                  <a:lnTo>
                    <a:pt x="555" y="1847"/>
                  </a:lnTo>
                  <a:lnTo>
                    <a:pt x="546" y="1889"/>
                  </a:lnTo>
                  <a:lnTo>
                    <a:pt x="534" y="1938"/>
                  </a:lnTo>
                  <a:lnTo>
                    <a:pt x="523" y="1997"/>
                  </a:lnTo>
                  <a:lnTo>
                    <a:pt x="517" y="2050"/>
                  </a:lnTo>
                  <a:lnTo>
                    <a:pt x="507" y="2109"/>
                  </a:lnTo>
                  <a:lnTo>
                    <a:pt x="497" y="2181"/>
                  </a:lnTo>
                  <a:lnTo>
                    <a:pt x="487" y="2243"/>
                  </a:lnTo>
                  <a:lnTo>
                    <a:pt x="484" y="2301"/>
                  </a:lnTo>
                  <a:cubicBezTo>
                    <a:pt x="480" y="2321"/>
                    <a:pt x="477" y="2340"/>
                    <a:pt x="475" y="2360"/>
                  </a:cubicBezTo>
                  <a:cubicBezTo>
                    <a:pt x="470" y="2382"/>
                    <a:pt x="468" y="2404"/>
                    <a:pt x="466" y="2426"/>
                  </a:cubicBezTo>
                  <a:lnTo>
                    <a:pt x="461" y="2484"/>
                  </a:lnTo>
                  <a:lnTo>
                    <a:pt x="457" y="2534"/>
                  </a:lnTo>
                  <a:lnTo>
                    <a:pt x="451" y="2600"/>
                  </a:lnTo>
                  <a:cubicBezTo>
                    <a:pt x="448" y="2632"/>
                    <a:pt x="446" y="2663"/>
                    <a:pt x="444" y="2695"/>
                  </a:cubicBezTo>
                  <a:lnTo>
                    <a:pt x="448" y="2790"/>
                  </a:lnTo>
                  <a:lnTo>
                    <a:pt x="451" y="2865"/>
                  </a:lnTo>
                  <a:lnTo>
                    <a:pt x="453" y="2960"/>
                  </a:lnTo>
                  <a:lnTo>
                    <a:pt x="457" y="3050"/>
                  </a:lnTo>
                  <a:lnTo>
                    <a:pt x="457" y="3256"/>
                  </a:lnTo>
                  <a:lnTo>
                    <a:pt x="444" y="3336"/>
                  </a:lnTo>
                  <a:lnTo>
                    <a:pt x="430" y="3420"/>
                  </a:lnTo>
                  <a:lnTo>
                    <a:pt x="408" y="3537"/>
                  </a:lnTo>
                  <a:lnTo>
                    <a:pt x="394" y="3626"/>
                  </a:lnTo>
                  <a:lnTo>
                    <a:pt x="376" y="3716"/>
                  </a:lnTo>
                  <a:cubicBezTo>
                    <a:pt x="373" y="3737"/>
                    <a:pt x="369" y="3758"/>
                    <a:pt x="368" y="3779"/>
                  </a:cubicBezTo>
                  <a:lnTo>
                    <a:pt x="362" y="3886"/>
                  </a:lnTo>
                  <a:lnTo>
                    <a:pt x="364" y="3967"/>
                  </a:lnTo>
                  <a:cubicBezTo>
                    <a:pt x="366" y="3994"/>
                    <a:pt x="369" y="4021"/>
                    <a:pt x="373" y="4047"/>
                  </a:cubicBezTo>
                  <a:cubicBezTo>
                    <a:pt x="376" y="4068"/>
                    <a:pt x="377" y="4089"/>
                    <a:pt x="376" y="4110"/>
                  </a:cubicBezTo>
                  <a:lnTo>
                    <a:pt x="361" y="4247"/>
                  </a:lnTo>
                  <a:lnTo>
                    <a:pt x="362" y="4302"/>
                  </a:lnTo>
                  <a:lnTo>
                    <a:pt x="368" y="4356"/>
                  </a:lnTo>
                  <a:lnTo>
                    <a:pt x="376" y="4406"/>
                  </a:lnTo>
                  <a:lnTo>
                    <a:pt x="381" y="4438"/>
                  </a:lnTo>
                  <a:lnTo>
                    <a:pt x="388" y="4472"/>
                  </a:lnTo>
                  <a:lnTo>
                    <a:pt x="394" y="4504"/>
                  </a:lnTo>
                  <a:lnTo>
                    <a:pt x="400" y="4540"/>
                  </a:lnTo>
                  <a:cubicBezTo>
                    <a:pt x="403" y="4552"/>
                    <a:pt x="396" y="4563"/>
                    <a:pt x="384" y="4566"/>
                  </a:cubicBezTo>
                  <a:cubicBezTo>
                    <a:pt x="384" y="4566"/>
                    <a:pt x="383" y="4567"/>
                    <a:pt x="383" y="4567"/>
                  </a:cubicBezTo>
                  <a:cubicBezTo>
                    <a:pt x="376" y="4568"/>
                    <a:pt x="370" y="4567"/>
                    <a:pt x="365" y="4562"/>
                  </a:cubicBezTo>
                  <a:cubicBezTo>
                    <a:pt x="363" y="4557"/>
                    <a:pt x="357" y="4554"/>
                    <a:pt x="352" y="4556"/>
                  </a:cubicBezTo>
                  <a:cubicBezTo>
                    <a:pt x="351" y="4557"/>
                    <a:pt x="350" y="4557"/>
                    <a:pt x="349" y="4558"/>
                  </a:cubicBezTo>
                  <a:cubicBezTo>
                    <a:pt x="345" y="4563"/>
                    <a:pt x="344" y="4569"/>
                    <a:pt x="345" y="4576"/>
                  </a:cubicBezTo>
                  <a:lnTo>
                    <a:pt x="349" y="4594"/>
                  </a:lnTo>
                  <a:cubicBezTo>
                    <a:pt x="352" y="4598"/>
                    <a:pt x="350" y="4603"/>
                    <a:pt x="346" y="4605"/>
                  </a:cubicBezTo>
                  <a:cubicBezTo>
                    <a:pt x="343" y="4607"/>
                    <a:pt x="340" y="4607"/>
                    <a:pt x="338" y="4605"/>
                  </a:cubicBezTo>
                  <a:cubicBezTo>
                    <a:pt x="332" y="4605"/>
                    <a:pt x="326" y="4601"/>
                    <a:pt x="323" y="4596"/>
                  </a:cubicBezTo>
                  <a:cubicBezTo>
                    <a:pt x="321" y="4591"/>
                    <a:pt x="316" y="4587"/>
                    <a:pt x="310" y="4588"/>
                  </a:cubicBezTo>
                  <a:cubicBezTo>
                    <a:pt x="310" y="4589"/>
                    <a:pt x="309" y="4589"/>
                    <a:pt x="308" y="4589"/>
                  </a:cubicBezTo>
                  <a:cubicBezTo>
                    <a:pt x="302" y="4590"/>
                    <a:pt x="298" y="4596"/>
                    <a:pt x="299" y="4602"/>
                  </a:cubicBezTo>
                  <a:lnTo>
                    <a:pt x="296" y="4620"/>
                  </a:lnTo>
                  <a:cubicBezTo>
                    <a:pt x="295" y="4627"/>
                    <a:pt x="292" y="4634"/>
                    <a:pt x="287" y="4638"/>
                  </a:cubicBezTo>
                  <a:cubicBezTo>
                    <a:pt x="282" y="4643"/>
                    <a:pt x="275" y="4644"/>
                    <a:pt x="270" y="4639"/>
                  </a:cubicBezTo>
                  <a:cubicBezTo>
                    <a:pt x="270" y="4639"/>
                    <a:pt x="269" y="4639"/>
                    <a:pt x="269" y="4638"/>
                  </a:cubicBezTo>
                  <a:lnTo>
                    <a:pt x="264" y="4629"/>
                  </a:lnTo>
                  <a:cubicBezTo>
                    <a:pt x="261" y="4623"/>
                    <a:pt x="255" y="4620"/>
                    <a:pt x="248" y="4620"/>
                  </a:cubicBezTo>
                  <a:cubicBezTo>
                    <a:pt x="243" y="4623"/>
                    <a:pt x="241" y="4629"/>
                    <a:pt x="242" y="4635"/>
                  </a:cubicBezTo>
                  <a:cubicBezTo>
                    <a:pt x="242" y="4644"/>
                    <a:pt x="241" y="4652"/>
                    <a:pt x="238" y="4661"/>
                  </a:cubicBezTo>
                  <a:cubicBezTo>
                    <a:pt x="237" y="4665"/>
                    <a:pt x="232" y="4668"/>
                    <a:pt x="227" y="4666"/>
                  </a:cubicBezTo>
                  <a:cubicBezTo>
                    <a:pt x="226" y="4666"/>
                    <a:pt x="225" y="4666"/>
                    <a:pt x="224" y="4665"/>
                  </a:cubicBezTo>
                  <a:lnTo>
                    <a:pt x="206" y="4652"/>
                  </a:lnTo>
                  <a:cubicBezTo>
                    <a:pt x="202" y="4647"/>
                    <a:pt x="195" y="4645"/>
                    <a:pt x="188" y="4647"/>
                  </a:cubicBezTo>
                  <a:cubicBezTo>
                    <a:pt x="184" y="4654"/>
                    <a:pt x="183" y="4661"/>
                    <a:pt x="186" y="4669"/>
                  </a:cubicBezTo>
                  <a:cubicBezTo>
                    <a:pt x="190" y="4676"/>
                    <a:pt x="188" y="4686"/>
                    <a:pt x="182" y="4692"/>
                  </a:cubicBezTo>
                  <a:cubicBezTo>
                    <a:pt x="177" y="4699"/>
                    <a:pt x="167" y="4701"/>
                    <a:pt x="160" y="4696"/>
                  </a:cubicBezTo>
                  <a:cubicBezTo>
                    <a:pt x="159" y="4695"/>
                    <a:pt x="157" y="4694"/>
                    <a:pt x="156" y="4692"/>
                  </a:cubicBezTo>
                  <a:cubicBezTo>
                    <a:pt x="148" y="4681"/>
                    <a:pt x="141" y="4669"/>
                    <a:pt x="135" y="4656"/>
                  </a:cubicBezTo>
                  <a:lnTo>
                    <a:pt x="112" y="4584"/>
                  </a:lnTo>
                  <a:cubicBezTo>
                    <a:pt x="108" y="4555"/>
                    <a:pt x="106" y="4525"/>
                    <a:pt x="105" y="4495"/>
                  </a:cubicBezTo>
                  <a:lnTo>
                    <a:pt x="108" y="4390"/>
                  </a:lnTo>
                  <a:lnTo>
                    <a:pt x="117" y="4289"/>
                  </a:lnTo>
                  <a:lnTo>
                    <a:pt x="126" y="4215"/>
                  </a:lnTo>
                  <a:lnTo>
                    <a:pt x="123" y="4155"/>
                  </a:lnTo>
                  <a:lnTo>
                    <a:pt x="117" y="4110"/>
                  </a:lnTo>
                  <a:cubicBezTo>
                    <a:pt x="112" y="4092"/>
                    <a:pt x="109" y="4074"/>
                    <a:pt x="108" y="4056"/>
                  </a:cubicBezTo>
                  <a:lnTo>
                    <a:pt x="104" y="3999"/>
                  </a:lnTo>
                  <a:lnTo>
                    <a:pt x="108" y="3955"/>
                  </a:lnTo>
                  <a:cubicBezTo>
                    <a:pt x="112" y="3941"/>
                    <a:pt x="115" y="3927"/>
                    <a:pt x="117" y="3913"/>
                  </a:cubicBezTo>
                  <a:lnTo>
                    <a:pt x="117" y="3877"/>
                  </a:lnTo>
                  <a:lnTo>
                    <a:pt x="114" y="3837"/>
                  </a:lnTo>
                  <a:lnTo>
                    <a:pt x="108" y="3791"/>
                  </a:lnTo>
                  <a:lnTo>
                    <a:pt x="99" y="3739"/>
                  </a:lnTo>
                  <a:lnTo>
                    <a:pt x="99" y="3644"/>
                  </a:lnTo>
                  <a:cubicBezTo>
                    <a:pt x="101" y="3626"/>
                    <a:pt x="99" y="3608"/>
                    <a:pt x="93" y="3591"/>
                  </a:cubicBezTo>
                  <a:lnTo>
                    <a:pt x="81" y="3537"/>
                  </a:lnTo>
                  <a:lnTo>
                    <a:pt x="77" y="3483"/>
                  </a:lnTo>
                  <a:cubicBezTo>
                    <a:pt x="74" y="3462"/>
                    <a:pt x="72" y="3441"/>
                    <a:pt x="72" y="3420"/>
                  </a:cubicBezTo>
                  <a:lnTo>
                    <a:pt x="63" y="3376"/>
                  </a:lnTo>
                  <a:lnTo>
                    <a:pt x="58" y="3318"/>
                  </a:lnTo>
                  <a:lnTo>
                    <a:pt x="54" y="3259"/>
                  </a:lnTo>
                  <a:lnTo>
                    <a:pt x="54" y="3086"/>
                  </a:lnTo>
                  <a:cubicBezTo>
                    <a:pt x="55" y="3074"/>
                    <a:pt x="58" y="3062"/>
                    <a:pt x="63" y="3051"/>
                  </a:cubicBezTo>
                  <a:cubicBezTo>
                    <a:pt x="65" y="3038"/>
                    <a:pt x="68" y="3025"/>
                    <a:pt x="69" y="3012"/>
                  </a:cubicBezTo>
                  <a:lnTo>
                    <a:pt x="72" y="2964"/>
                  </a:lnTo>
                  <a:lnTo>
                    <a:pt x="81" y="2919"/>
                  </a:lnTo>
                  <a:lnTo>
                    <a:pt x="86" y="2874"/>
                  </a:lnTo>
                  <a:lnTo>
                    <a:pt x="84" y="2844"/>
                  </a:lnTo>
                  <a:lnTo>
                    <a:pt x="81" y="2800"/>
                  </a:lnTo>
                  <a:lnTo>
                    <a:pt x="81" y="2767"/>
                  </a:lnTo>
                  <a:lnTo>
                    <a:pt x="72" y="2731"/>
                  </a:lnTo>
                  <a:cubicBezTo>
                    <a:pt x="67" y="2715"/>
                    <a:pt x="64" y="2699"/>
                    <a:pt x="63" y="2682"/>
                  </a:cubicBezTo>
                  <a:lnTo>
                    <a:pt x="51" y="2650"/>
                  </a:lnTo>
                  <a:lnTo>
                    <a:pt x="42" y="2601"/>
                  </a:lnTo>
                  <a:lnTo>
                    <a:pt x="32" y="2543"/>
                  </a:lnTo>
                  <a:lnTo>
                    <a:pt x="31" y="2484"/>
                  </a:lnTo>
                  <a:lnTo>
                    <a:pt x="31" y="2364"/>
                  </a:lnTo>
                  <a:lnTo>
                    <a:pt x="32" y="2274"/>
                  </a:lnTo>
                  <a:lnTo>
                    <a:pt x="32" y="2190"/>
                  </a:lnTo>
                  <a:cubicBezTo>
                    <a:pt x="29" y="2167"/>
                    <a:pt x="27" y="2145"/>
                    <a:pt x="27" y="2122"/>
                  </a:cubicBezTo>
                  <a:lnTo>
                    <a:pt x="22" y="2050"/>
                  </a:lnTo>
                  <a:lnTo>
                    <a:pt x="22" y="1991"/>
                  </a:lnTo>
                  <a:lnTo>
                    <a:pt x="24" y="1920"/>
                  </a:lnTo>
                  <a:lnTo>
                    <a:pt x="27" y="1862"/>
                  </a:lnTo>
                  <a:lnTo>
                    <a:pt x="27" y="1791"/>
                  </a:lnTo>
                  <a:cubicBezTo>
                    <a:pt x="27" y="1784"/>
                    <a:pt x="24" y="1777"/>
                    <a:pt x="18" y="1773"/>
                  </a:cubicBezTo>
                  <a:cubicBezTo>
                    <a:pt x="14" y="1767"/>
                    <a:pt x="8" y="1762"/>
                    <a:pt x="0" y="176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90" name="Freeform 97">
              <a:extLst>
                <a:ext uri="{FF2B5EF4-FFF2-40B4-BE49-F238E27FC236}">
                  <a16:creationId xmlns:a16="http://schemas.microsoft.com/office/drawing/2014/main" id="{D8D1850A-4218-DCF3-3F8C-745531F61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" y="1689"/>
              <a:ext cx="104" cy="85"/>
            </a:xfrm>
            <a:custGeom>
              <a:avLst/>
              <a:gdLst>
                <a:gd name="T0" fmla="*/ 0 w 104"/>
                <a:gd name="T1" fmla="*/ 0 h 85"/>
                <a:gd name="T2" fmla="*/ 34 w 104"/>
                <a:gd name="T3" fmla="*/ 29 h 85"/>
                <a:gd name="T4" fmla="*/ 65 w 104"/>
                <a:gd name="T5" fmla="*/ 53 h 85"/>
                <a:gd name="T6" fmla="*/ 89 w 104"/>
                <a:gd name="T7" fmla="*/ 70 h 85"/>
                <a:gd name="T8" fmla="*/ 99 w 104"/>
                <a:gd name="T9" fmla="*/ 80 h 85"/>
                <a:gd name="T10" fmla="*/ 104 w 104"/>
                <a:gd name="T11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85">
                  <a:moveTo>
                    <a:pt x="0" y="0"/>
                  </a:moveTo>
                  <a:lnTo>
                    <a:pt x="34" y="29"/>
                  </a:lnTo>
                  <a:lnTo>
                    <a:pt x="65" y="53"/>
                  </a:lnTo>
                  <a:lnTo>
                    <a:pt x="89" y="70"/>
                  </a:lnTo>
                  <a:lnTo>
                    <a:pt x="99" y="80"/>
                  </a:lnTo>
                  <a:lnTo>
                    <a:pt x="104" y="85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6191" name="직사각형 6190">
            <a:extLst>
              <a:ext uri="{FF2B5EF4-FFF2-40B4-BE49-F238E27FC236}">
                <a16:creationId xmlns:a16="http://schemas.microsoft.com/office/drawing/2014/main" id="{9E3FD9FC-D38E-8791-56D5-8BF2169B2EFF}"/>
              </a:ext>
            </a:extLst>
          </p:cNvPr>
          <p:cNvSpPr/>
          <p:nvPr/>
        </p:nvSpPr>
        <p:spPr>
          <a:xfrm>
            <a:off x="7797800" y="3644900"/>
            <a:ext cx="34925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92" name="TextBox 6191">
            <a:extLst>
              <a:ext uri="{FF2B5EF4-FFF2-40B4-BE49-F238E27FC236}">
                <a16:creationId xmlns:a16="http://schemas.microsoft.com/office/drawing/2014/main" id="{4855A9FC-9380-69B4-3E0C-26D1E5185AB2}"/>
              </a:ext>
            </a:extLst>
          </p:cNvPr>
          <p:cNvSpPr txBox="1"/>
          <p:nvPr/>
        </p:nvSpPr>
        <p:spPr>
          <a:xfrm>
            <a:off x="7797800" y="5346700"/>
            <a:ext cx="349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>
                <a:solidFill>
                  <a:srgbClr val="1E293B"/>
                </a:solidFill>
                <a:latin typeface="Segoe UI Semibold" panose="020B0702040204020203" pitchFamily="34" charset="0"/>
              </a:rPr>
              <a:t>Hand</a:t>
            </a:r>
            <a:endParaRPr lang="ko-KR" altLang="en-US" sz="100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grpSp>
        <p:nvGrpSpPr>
          <p:cNvPr id="6194" name="Group 100">
            <a:extLst>
              <a:ext uri="{FF2B5EF4-FFF2-40B4-BE49-F238E27FC236}">
                <a16:creationId xmlns:a16="http://schemas.microsoft.com/office/drawing/2014/main" id="{8700EF62-56E2-E36B-4590-024BA8612A2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29024" y="3746500"/>
            <a:ext cx="830051" cy="1524001"/>
            <a:chOff x="3346" y="1253"/>
            <a:chExt cx="988" cy="1814"/>
          </a:xfrm>
        </p:grpSpPr>
        <p:sp>
          <p:nvSpPr>
            <p:cNvPr id="6195" name="AutoShape 99">
              <a:extLst>
                <a:ext uri="{FF2B5EF4-FFF2-40B4-BE49-F238E27FC236}">
                  <a16:creationId xmlns:a16="http://schemas.microsoft.com/office/drawing/2014/main" id="{44597BD9-D6D7-B830-C2B3-9B77011C180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346" y="1253"/>
              <a:ext cx="988" cy="1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96" name="Freeform 101">
              <a:extLst>
                <a:ext uri="{FF2B5EF4-FFF2-40B4-BE49-F238E27FC236}">
                  <a16:creationId xmlns:a16="http://schemas.microsoft.com/office/drawing/2014/main" id="{7B00AC8C-1AF5-DEB2-583C-7F762164E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758"/>
              <a:ext cx="149" cy="243"/>
            </a:xfrm>
            <a:custGeom>
              <a:avLst/>
              <a:gdLst>
                <a:gd name="T0" fmla="*/ 0 w 149"/>
                <a:gd name="T1" fmla="*/ 243 h 243"/>
                <a:gd name="T2" fmla="*/ 149 w 149"/>
                <a:gd name="T3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9" h="243">
                  <a:moveTo>
                    <a:pt x="0" y="243"/>
                  </a:moveTo>
                  <a:cubicBezTo>
                    <a:pt x="25" y="149"/>
                    <a:pt x="77" y="65"/>
                    <a:pt x="149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97" name="Freeform 102">
              <a:extLst>
                <a:ext uri="{FF2B5EF4-FFF2-40B4-BE49-F238E27FC236}">
                  <a16:creationId xmlns:a16="http://schemas.microsoft.com/office/drawing/2014/main" id="{F7EC5CDD-45A7-FEC8-EAA2-12FC7ED61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2147"/>
              <a:ext cx="59" cy="904"/>
            </a:xfrm>
            <a:custGeom>
              <a:avLst/>
              <a:gdLst>
                <a:gd name="T0" fmla="*/ 0 w 59"/>
                <a:gd name="T1" fmla="*/ 904 h 904"/>
                <a:gd name="T2" fmla="*/ 0 w 59"/>
                <a:gd name="T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9" h="904">
                  <a:moveTo>
                    <a:pt x="0" y="904"/>
                  </a:moveTo>
                  <a:cubicBezTo>
                    <a:pt x="59" y="606"/>
                    <a:pt x="59" y="299"/>
                    <a:pt x="0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98" name="Freeform 103">
              <a:extLst>
                <a:ext uri="{FF2B5EF4-FFF2-40B4-BE49-F238E27FC236}">
                  <a16:creationId xmlns:a16="http://schemas.microsoft.com/office/drawing/2014/main" id="{934B7C6D-1C11-3869-DBD5-B6F0461EF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2006"/>
              <a:ext cx="113" cy="141"/>
            </a:xfrm>
            <a:custGeom>
              <a:avLst/>
              <a:gdLst>
                <a:gd name="T0" fmla="*/ 113 w 113"/>
                <a:gd name="T1" fmla="*/ 141 h 141"/>
                <a:gd name="T2" fmla="*/ 0 w 113"/>
                <a:gd name="T3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3" h="141">
                  <a:moveTo>
                    <a:pt x="113" y="141"/>
                  </a:moveTo>
                  <a:cubicBezTo>
                    <a:pt x="99" y="80"/>
                    <a:pt x="58" y="27"/>
                    <a:pt x="0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99" name="Freeform 104">
              <a:extLst>
                <a:ext uri="{FF2B5EF4-FFF2-40B4-BE49-F238E27FC236}">
                  <a16:creationId xmlns:a16="http://schemas.microsoft.com/office/drawing/2014/main" id="{360DE57C-0707-8E67-9E20-6BF44B48B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1831"/>
              <a:ext cx="112" cy="175"/>
            </a:xfrm>
            <a:custGeom>
              <a:avLst/>
              <a:gdLst>
                <a:gd name="T0" fmla="*/ 112 w 112"/>
                <a:gd name="T1" fmla="*/ 175 h 175"/>
                <a:gd name="T2" fmla="*/ 0 w 112"/>
                <a:gd name="T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2" h="175">
                  <a:moveTo>
                    <a:pt x="112" y="175"/>
                  </a:moveTo>
                  <a:cubicBezTo>
                    <a:pt x="48" y="139"/>
                    <a:pt x="6" y="73"/>
                    <a:pt x="0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00" name="Freeform 105">
              <a:extLst>
                <a:ext uri="{FF2B5EF4-FFF2-40B4-BE49-F238E27FC236}">
                  <a16:creationId xmlns:a16="http://schemas.microsoft.com/office/drawing/2014/main" id="{6FA1E0C6-5632-4BB6-8E18-90974C4B3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718"/>
              <a:ext cx="18" cy="113"/>
            </a:xfrm>
            <a:custGeom>
              <a:avLst/>
              <a:gdLst>
                <a:gd name="T0" fmla="*/ 5 w 18"/>
                <a:gd name="T1" fmla="*/ 113 h 113"/>
                <a:gd name="T2" fmla="*/ 18 w 18"/>
                <a:gd name="T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" h="113">
                  <a:moveTo>
                    <a:pt x="5" y="113"/>
                  </a:moveTo>
                  <a:cubicBezTo>
                    <a:pt x="0" y="75"/>
                    <a:pt x="5" y="36"/>
                    <a:pt x="18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01" name="Freeform 106">
              <a:extLst>
                <a:ext uri="{FF2B5EF4-FFF2-40B4-BE49-F238E27FC236}">
                  <a16:creationId xmlns:a16="http://schemas.microsoft.com/office/drawing/2014/main" id="{DF0CED6E-BA00-5BE5-BC13-8BE6B0BDB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1586"/>
              <a:ext cx="43" cy="132"/>
            </a:xfrm>
            <a:custGeom>
              <a:avLst/>
              <a:gdLst>
                <a:gd name="T0" fmla="*/ 0 w 43"/>
                <a:gd name="T1" fmla="*/ 132 h 132"/>
                <a:gd name="T2" fmla="*/ 43 w 43"/>
                <a:gd name="T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3" h="132">
                  <a:moveTo>
                    <a:pt x="0" y="132"/>
                  </a:moveTo>
                  <a:cubicBezTo>
                    <a:pt x="23" y="91"/>
                    <a:pt x="38" y="47"/>
                    <a:pt x="43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02" name="Freeform 107">
              <a:extLst>
                <a:ext uri="{FF2B5EF4-FFF2-40B4-BE49-F238E27FC236}">
                  <a16:creationId xmlns:a16="http://schemas.microsoft.com/office/drawing/2014/main" id="{03EF775C-DF4F-0335-D414-1453DC6E1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" y="1526"/>
              <a:ext cx="79" cy="60"/>
            </a:xfrm>
            <a:custGeom>
              <a:avLst/>
              <a:gdLst>
                <a:gd name="T0" fmla="*/ 0 w 79"/>
                <a:gd name="T1" fmla="*/ 60 h 60"/>
                <a:gd name="T2" fmla="*/ 79 w 79"/>
                <a:gd name="T3" fmla="*/ 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9" h="60">
                  <a:moveTo>
                    <a:pt x="0" y="60"/>
                  </a:moveTo>
                  <a:cubicBezTo>
                    <a:pt x="8" y="24"/>
                    <a:pt x="42" y="0"/>
                    <a:pt x="79" y="4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03" name="Freeform 108">
              <a:extLst>
                <a:ext uri="{FF2B5EF4-FFF2-40B4-BE49-F238E27FC236}">
                  <a16:creationId xmlns:a16="http://schemas.microsoft.com/office/drawing/2014/main" id="{952C7278-CB4B-66D8-FCCC-E2622B1C6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1474"/>
              <a:ext cx="177" cy="58"/>
            </a:xfrm>
            <a:custGeom>
              <a:avLst/>
              <a:gdLst>
                <a:gd name="T0" fmla="*/ 0 w 177"/>
                <a:gd name="T1" fmla="*/ 56 h 58"/>
                <a:gd name="T2" fmla="*/ 177 w 177"/>
                <a:gd name="T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7" h="58">
                  <a:moveTo>
                    <a:pt x="0" y="56"/>
                  </a:moveTo>
                  <a:cubicBezTo>
                    <a:pt x="64" y="58"/>
                    <a:pt x="126" y="39"/>
                    <a:pt x="177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04" name="Freeform 109">
              <a:extLst>
                <a:ext uri="{FF2B5EF4-FFF2-40B4-BE49-F238E27FC236}">
                  <a16:creationId xmlns:a16="http://schemas.microsoft.com/office/drawing/2014/main" id="{AB367A2E-A41F-C8A1-D3F2-0697F58E9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1" y="1472"/>
              <a:ext cx="79" cy="148"/>
            </a:xfrm>
            <a:custGeom>
              <a:avLst/>
              <a:gdLst>
                <a:gd name="T0" fmla="*/ 0 w 79"/>
                <a:gd name="T1" fmla="*/ 2 h 148"/>
                <a:gd name="T2" fmla="*/ 78 w 79"/>
                <a:gd name="T3" fmla="*/ 75 h 148"/>
                <a:gd name="T4" fmla="*/ 30 w 79"/>
                <a:gd name="T5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9" h="148">
                  <a:moveTo>
                    <a:pt x="0" y="2"/>
                  </a:moveTo>
                  <a:cubicBezTo>
                    <a:pt x="42" y="0"/>
                    <a:pt x="77" y="33"/>
                    <a:pt x="78" y="75"/>
                  </a:cubicBezTo>
                  <a:cubicBezTo>
                    <a:pt x="79" y="107"/>
                    <a:pt x="60" y="136"/>
                    <a:pt x="30" y="148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05" name="Freeform 110">
              <a:extLst>
                <a:ext uri="{FF2B5EF4-FFF2-40B4-BE49-F238E27FC236}">
                  <a16:creationId xmlns:a16="http://schemas.microsoft.com/office/drawing/2014/main" id="{E43EF15D-F0B3-A3CD-D7A6-F8FE5D1C3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1620"/>
              <a:ext cx="174" cy="29"/>
            </a:xfrm>
            <a:custGeom>
              <a:avLst/>
              <a:gdLst>
                <a:gd name="T0" fmla="*/ 0 w 174"/>
                <a:gd name="T1" fmla="*/ 11 h 29"/>
                <a:gd name="T2" fmla="*/ 174 w 174"/>
                <a:gd name="T3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4" h="29">
                  <a:moveTo>
                    <a:pt x="0" y="11"/>
                  </a:moveTo>
                  <a:cubicBezTo>
                    <a:pt x="58" y="29"/>
                    <a:pt x="119" y="25"/>
                    <a:pt x="174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06" name="Freeform 111">
              <a:extLst>
                <a:ext uri="{FF2B5EF4-FFF2-40B4-BE49-F238E27FC236}">
                  <a16:creationId xmlns:a16="http://schemas.microsoft.com/office/drawing/2014/main" id="{71444213-48FE-6EB2-2DC0-61A6B5310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269"/>
              <a:ext cx="186" cy="92"/>
            </a:xfrm>
            <a:custGeom>
              <a:avLst/>
              <a:gdLst>
                <a:gd name="T0" fmla="*/ 0 w 186"/>
                <a:gd name="T1" fmla="*/ 92 h 92"/>
                <a:gd name="T2" fmla="*/ 103 w 186"/>
                <a:gd name="T3" fmla="*/ 5 h 92"/>
                <a:gd name="T4" fmla="*/ 186 w 186"/>
                <a:gd name="T5" fmla="*/ 7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92">
                  <a:moveTo>
                    <a:pt x="0" y="92"/>
                  </a:moveTo>
                  <a:cubicBezTo>
                    <a:pt x="4" y="40"/>
                    <a:pt x="51" y="0"/>
                    <a:pt x="103" y="5"/>
                  </a:cubicBezTo>
                  <a:cubicBezTo>
                    <a:pt x="142" y="8"/>
                    <a:pt x="174" y="33"/>
                    <a:pt x="186" y="7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07" name="Freeform 112">
              <a:extLst>
                <a:ext uri="{FF2B5EF4-FFF2-40B4-BE49-F238E27FC236}">
                  <a16:creationId xmlns:a16="http://schemas.microsoft.com/office/drawing/2014/main" id="{3424AE0F-3E2D-D708-4455-1511D73DC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1322"/>
              <a:ext cx="119" cy="208"/>
            </a:xfrm>
            <a:custGeom>
              <a:avLst/>
              <a:gdLst>
                <a:gd name="T0" fmla="*/ 0 w 119"/>
                <a:gd name="T1" fmla="*/ 208 h 208"/>
                <a:gd name="T2" fmla="*/ 53 w 119"/>
                <a:gd name="T3" fmla="*/ 95 h 208"/>
                <a:gd name="T4" fmla="*/ 119 w 119"/>
                <a:gd name="T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" h="208">
                  <a:moveTo>
                    <a:pt x="0" y="208"/>
                  </a:moveTo>
                  <a:cubicBezTo>
                    <a:pt x="25" y="174"/>
                    <a:pt x="43" y="136"/>
                    <a:pt x="53" y="95"/>
                  </a:cubicBezTo>
                  <a:cubicBezTo>
                    <a:pt x="60" y="56"/>
                    <a:pt x="84" y="21"/>
                    <a:pt x="119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08" name="Freeform 113">
              <a:extLst>
                <a:ext uri="{FF2B5EF4-FFF2-40B4-BE49-F238E27FC236}">
                  <a16:creationId xmlns:a16="http://schemas.microsoft.com/office/drawing/2014/main" id="{A746E332-1869-6C5B-A078-E5C67093F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361"/>
              <a:ext cx="25" cy="153"/>
            </a:xfrm>
            <a:custGeom>
              <a:avLst/>
              <a:gdLst>
                <a:gd name="T0" fmla="*/ 0 w 25"/>
                <a:gd name="T1" fmla="*/ 153 h 153"/>
                <a:gd name="T2" fmla="*/ 25 w 25"/>
                <a:gd name="T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" h="153">
                  <a:moveTo>
                    <a:pt x="0" y="153"/>
                  </a:moveTo>
                  <a:cubicBezTo>
                    <a:pt x="16" y="104"/>
                    <a:pt x="24" y="52"/>
                    <a:pt x="25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09" name="Freeform 114">
              <a:extLst>
                <a:ext uri="{FF2B5EF4-FFF2-40B4-BE49-F238E27FC236}">
                  <a16:creationId xmlns:a16="http://schemas.microsoft.com/office/drawing/2014/main" id="{913C1290-3F13-1DBB-D06A-D73D6AC35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1339"/>
              <a:ext cx="40" cy="303"/>
            </a:xfrm>
            <a:custGeom>
              <a:avLst/>
              <a:gdLst>
                <a:gd name="T0" fmla="*/ 0 w 40"/>
                <a:gd name="T1" fmla="*/ 303 h 303"/>
                <a:gd name="T2" fmla="*/ 29 w 40"/>
                <a:gd name="T3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" h="303">
                  <a:moveTo>
                    <a:pt x="0" y="303"/>
                  </a:moveTo>
                  <a:cubicBezTo>
                    <a:pt x="30" y="205"/>
                    <a:pt x="40" y="102"/>
                    <a:pt x="29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10" name="Freeform 115">
              <a:extLst>
                <a:ext uri="{FF2B5EF4-FFF2-40B4-BE49-F238E27FC236}">
                  <a16:creationId xmlns:a16="http://schemas.microsoft.com/office/drawing/2014/main" id="{03E36225-A408-76B8-513D-1208D5736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1642"/>
              <a:ext cx="106" cy="88"/>
            </a:xfrm>
            <a:custGeom>
              <a:avLst/>
              <a:gdLst>
                <a:gd name="T0" fmla="*/ 0 w 106"/>
                <a:gd name="T1" fmla="*/ 76 h 88"/>
                <a:gd name="T2" fmla="*/ 104 w 106"/>
                <a:gd name="T3" fmla="*/ 15 h 88"/>
                <a:gd name="T4" fmla="*/ 106 w 106"/>
                <a:gd name="T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" h="88">
                  <a:moveTo>
                    <a:pt x="0" y="76"/>
                  </a:moveTo>
                  <a:cubicBezTo>
                    <a:pt x="46" y="88"/>
                    <a:pt x="93" y="60"/>
                    <a:pt x="104" y="15"/>
                  </a:cubicBezTo>
                  <a:cubicBezTo>
                    <a:pt x="105" y="10"/>
                    <a:pt x="106" y="5"/>
                    <a:pt x="106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11" name="Freeform 116">
              <a:extLst>
                <a:ext uri="{FF2B5EF4-FFF2-40B4-BE49-F238E27FC236}">
                  <a16:creationId xmlns:a16="http://schemas.microsoft.com/office/drawing/2014/main" id="{2BD77FAE-28BB-3C0A-A577-981F6D260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1641"/>
              <a:ext cx="73" cy="170"/>
            </a:xfrm>
            <a:custGeom>
              <a:avLst/>
              <a:gdLst>
                <a:gd name="T0" fmla="*/ 0 w 73"/>
                <a:gd name="T1" fmla="*/ 170 h 170"/>
                <a:gd name="T2" fmla="*/ 50 w 73"/>
                <a:gd name="T3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" h="170">
                  <a:moveTo>
                    <a:pt x="0" y="170"/>
                  </a:moveTo>
                  <a:cubicBezTo>
                    <a:pt x="53" y="131"/>
                    <a:pt x="73" y="61"/>
                    <a:pt x="50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12" name="Freeform 117">
              <a:extLst>
                <a:ext uri="{FF2B5EF4-FFF2-40B4-BE49-F238E27FC236}">
                  <a16:creationId xmlns:a16="http://schemas.microsoft.com/office/drawing/2014/main" id="{B69F39DF-8ECE-E4F2-5D46-EDD6A77A7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1642"/>
              <a:ext cx="72" cy="77"/>
            </a:xfrm>
            <a:custGeom>
              <a:avLst/>
              <a:gdLst>
                <a:gd name="T0" fmla="*/ 5 w 72"/>
                <a:gd name="T1" fmla="*/ 0 h 77"/>
                <a:gd name="T2" fmla="*/ 61 w 72"/>
                <a:gd name="T3" fmla="*/ 76 h 77"/>
                <a:gd name="T4" fmla="*/ 72 w 72"/>
                <a:gd name="T5" fmla="*/ 7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77">
                  <a:moveTo>
                    <a:pt x="5" y="0"/>
                  </a:moveTo>
                  <a:cubicBezTo>
                    <a:pt x="0" y="36"/>
                    <a:pt x="25" y="70"/>
                    <a:pt x="61" y="76"/>
                  </a:cubicBezTo>
                  <a:cubicBezTo>
                    <a:pt x="65" y="76"/>
                    <a:pt x="69" y="77"/>
                    <a:pt x="72" y="76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13" name="Freeform 118">
              <a:extLst>
                <a:ext uri="{FF2B5EF4-FFF2-40B4-BE49-F238E27FC236}">
                  <a16:creationId xmlns:a16="http://schemas.microsoft.com/office/drawing/2014/main" id="{20C9FF1C-4C49-613D-8184-172680A55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" y="1265"/>
              <a:ext cx="177" cy="104"/>
            </a:xfrm>
            <a:custGeom>
              <a:avLst/>
              <a:gdLst>
                <a:gd name="T0" fmla="*/ 7 w 177"/>
                <a:gd name="T1" fmla="*/ 104 h 104"/>
                <a:gd name="T2" fmla="*/ 79 w 177"/>
                <a:gd name="T3" fmla="*/ 7 h 104"/>
                <a:gd name="T4" fmla="*/ 175 w 177"/>
                <a:gd name="T5" fmla="*/ 79 h 104"/>
                <a:gd name="T6" fmla="*/ 176 w 177"/>
                <a:gd name="T7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7" h="104">
                  <a:moveTo>
                    <a:pt x="7" y="104"/>
                  </a:moveTo>
                  <a:cubicBezTo>
                    <a:pt x="0" y="57"/>
                    <a:pt x="32" y="14"/>
                    <a:pt x="79" y="7"/>
                  </a:cubicBezTo>
                  <a:cubicBezTo>
                    <a:pt x="125" y="0"/>
                    <a:pt x="169" y="32"/>
                    <a:pt x="175" y="79"/>
                  </a:cubicBezTo>
                  <a:cubicBezTo>
                    <a:pt x="176" y="84"/>
                    <a:pt x="177" y="90"/>
                    <a:pt x="176" y="96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14" name="Freeform 119">
              <a:extLst>
                <a:ext uri="{FF2B5EF4-FFF2-40B4-BE49-F238E27FC236}">
                  <a16:creationId xmlns:a16="http://schemas.microsoft.com/office/drawing/2014/main" id="{E27031C9-04C8-1ABA-6D22-3F38C02E5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361"/>
              <a:ext cx="47" cy="322"/>
            </a:xfrm>
            <a:custGeom>
              <a:avLst/>
              <a:gdLst>
                <a:gd name="T0" fmla="*/ 0 w 47"/>
                <a:gd name="T1" fmla="*/ 322 h 322"/>
                <a:gd name="T2" fmla="*/ 40 w 47"/>
                <a:gd name="T3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" h="322">
                  <a:moveTo>
                    <a:pt x="0" y="322"/>
                  </a:moveTo>
                  <a:cubicBezTo>
                    <a:pt x="33" y="218"/>
                    <a:pt x="47" y="109"/>
                    <a:pt x="40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15" name="Freeform 120">
              <a:extLst>
                <a:ext uri="{FF2B5EF4-FFF2-40B4-BE49-F238E27FC236}">
                  <a16:creationId xmlns:a16="http://schemas.microsoft.com/office/drawing/2014/main" id="{BF1B21C3-2360-6957-4F94-E8B11E151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1683"/>
              <a:ext cx="88" cy="65"/>
            </a:xfrm>
            <a:custGeom>
              <a:avLst/>
              <a:gdLst>
                <a:gd name="T0" fmla="*/ 0 w 88"/>
                <a:gd name="T1" fmla="*/ 65 h 65"/>
                <a:gd name="T2" fmla="*/ 88 w 88"/>
                <a:gd name="T3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8" h="65">
                  <a:moveTo>
                    <a:pt x="0" y="65"/>
                  </a:moveTo>
                  <a:cubicBezTo>
                    <a:pt x="39" y="60"/>
                    <a:pt x="72" y="35"/>
                    <a:pt x="88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16" name="Freeform 121">
              <a:extLst>
                <a:ext uri="{FF2B5EF4-FFF2-40B4-BE49-F238E27FC236}">
                  <a16:creationId xmlns:a16="http://schemas.microsoft.com/office/drawing/2014/main" id="{1F702E2A-8CE4-05C1-5527-BFC6EA89B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" y="1642"/>
              <a:ext cx="82" cy="106"/>
            </a:xfrm>
            <a:custGeom>
              <a:avLst/>
              <a:gdLst>
                <a:gd name="T0" fmla="*/ 12 w 82"/>
                <a:gd name="T1" fmla="*/ 0 h 106"/>
                <a:gd name="T2" fmla="*/ 69 w 82"/>
                <a:gd name="T3" fmla="*/ 103 h 106"/>
                <a:gd name="T4" fmla="*/ 82 w 82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" h="106">
                  <a:moveTo>
                    <a:pt x="12" y="0"/>
                  </a:moveTo>
                  <a:cubicBezTo>
                    <a:pt x="0" y="44"/>
                    <a:pt x="25" y="90"/>
                    <a:pt x="69" y="103"/>
                  </a:cubicBezTo>
                  <a:cubicBezTo>
                    <a:pt x="73" y="104"/>
                    <a:pt x="78" y="105"/>
                    <a:pt x="82" y="106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17" name="Freeform 122">
              <a:extLst>
                <a:ext uri="{FF2B5EF4-FFF2-40B4-BE49-F238E27FC236}">
                  <a16:creationId xmlns:a16="http://schemas.microsoft.com/office/drawing/2014/main" id="{3BB77E69-F6CA-623D-3524-87D29BB12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283"/>
              <a:ext cx="133" cy="78"/>
            </a:xfrm>
            <a:custGeom>
              <a:avLst/>
              <a:gdLst>
                <a:gd name="T0" fmla="*/ 0 w 133"/>
                <a:gd name="T1" fmla="*/ 50 h 78"/>
                <a:gd name="T2" fmla="*/ 94 w 133"/>
                <a:gd name="T3" fmla="*/ 17 h 78"/>
                <a:gd name="T4" fmla="*/ 133 w 133"/>
                <a:gd name="T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3" h="78">
                  <a:moveTo>
                    <a:pt x="0" y="50"/>
                  </a:moveTo>
                  <a:cubicBezTo>
                    <a:pt x="17" y="15"/>
                    <a:pt x="59" y="0"/>
                    <a:pt x="94" y="17"/>
                  </a:cubicBezTo>
                  <a:cubicBezTo>
                    <a:pt x="118" y="29"/>
                    <a:pt x="133" y="52"/>
                    <a:pt x="133" y="78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18" name="Freeform 123">
              <a:extLst>
                <a:ext uri="{FF2B5EF4-FFF2-40B4-BE49-F238E27FC236}">
                  <a16:creationId xmlns:a16="http://schemas.microsoft.com/office/drawing/2014/main" id="{7EE45921-3A73-4A7A-58FF-EE4DB3800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1361"/>
              <a:ext cx="56" cy="349"/>
            </a:xfrm>
            <a:custGeom>
              <a:avLst/>
              <a:gdLst>
                <a:gd name="T0" fmla="*/ 0 w 56"/>
                <a:gd name="T1" fmla="*/ 349 h 349"/>
                <a:gd name="T2" fmla="*/ 46 w 56"/>
                <a:gd name="T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" h="349">
                  <a:moveTo>
                    <a:pt x="0" y="349"/>
                  </a:moveTo>
                  <a:cubicBezTo>
                    <a:pt x="40" y="237"/>
                    <a:pt x="56" y="119"/>
                    <a:pt x="46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19" name="Freeform 124">
              <a:extLst>
                <a:ext uri="{FF2B5EF4-FFF2-40B4-BE49-F238E27FC236}">
                  <a16:creationId xmlns:a16="http://schemas.microsoft.com/office/drawing/2014/main" id="{BC1D5604-488F-C525-64A9-5333E8555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683"/>
              <a:ext cx="131" cy="81"/>
            </a:xfrm>
            <a:custGeom>
              <a:avLst/>
              <a:gdLst>
                <a:gd name="T0" fmla="*/ 7 w 131"/>
                <a:gd name="T1" fmla="*/ 0 h 81"/>
                <a:gd name="T2" fmla="*/ 56 w 131"/>
                <a:gd name="T3" fmla="*/ 74 h 81"/>
                <a:gd name="T4" fmla="*/ 131 w 131"/>
                <a:gd name="T5" fmla="*/ 2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1" h="81">
                  <a:moveTo>
                    <a:pt x="7" y="0"/>
                  </a:moveTo>
                  <a:cubicBezTo>
                    <a:pt x="0" y="34"/>
                    <a:pt x="22" y="67"/>
                    <a:pt x="56" y="74"/>
                  </a:cubicBezTo>
                  <a:cubicBezTo>
                    <a:pt x="90" y="81"/>
                    <a:pt x="123" y="60"/>
                    <a:pt x="131" y="27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20" name="Freeform 125">
              <a:extLst>
                <a:ext uri="{FF2B5EF4-FFF2-40B4-BE49-F238E27FC236}">
                  <a16:creationId xmlns:a16="http://schemas.microsoft.com/office/drawing/2014/main" id="{BA99B9B4-9CC7-8FEA-17FB-26E9B7B7C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" y="1357"/>
              <a:ext cx="131" cy="49"/>
            </a:xfrm>
            <a:custGeom>
              <a:avLst/>
              <a:gdLst>
                <a:gd name="T0" fmla="*/ 0 w 131"/>
                <a:gd name="T1" fmla="*/ 32 h 49"/>
                <a:gd name="T2" fmla="*/ 122 w 131"/>
                <a:gd name="T3" fmla="*/ 37 h 49"/>
                <a:gd name="T4" fmla="*/ 131 w 131"/>
                <a:gd name="T5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1" h="49">
                  <a:moveTo>
                    <a:pt x="0" y="32"/>
                  </a:moveTo>
                  <a:cubicBezTo>
                    <a:pt x="35" y="0"/>
                    <a:pt x="89" y="2"/>
                    <a:pt x="122" y="37"/>
                  </a:cubicBezTo>
                  <a:cubicBezTo>
                    <a:pt x="125" y="41"/>
                    <a:pt x="129" y="45"/>
                    <a:pt x="131" y="49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21" name="Freeform 126">
              <a:extLst>
                <a:ext uri="{FF2B5EF4-FFF2-40B4-BE49-F238E27FC236}">
                  <a16:creationId xmlns:a16="http://schemas.microsoft.com/office/drawing/2014/main" id="{69CA81FA-DB58-A6C3-E3DE-2FF2E583E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0" y="1406"/>
              <a:ext cx="41" cy="52"/>
            </a:xfrm>
            <a:custGeom>
              <a:avLst/>
              <a:gdLst>
                <a:gd name="T0" fmla="*/ 0 w 41"/>
                <a:gd name="T1" fmla="*/ 0 h 52"/>
                <a:gd name="T2" fmla="*/ 41 w 41"/>
                <a:gd name="T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1" h="52">
                  <a:moveTo>
                    <a:pt x="0" y="0"/>
                  </a:moveTo>
                  <a:cubicBezTo>
                    <a:pt x="8" y="21"/>
                    <a:pt x="23" y="39"/>
                    <a:pt x="41" y="52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22" name="Freeform 127">
              <a:extLst>
                <a:ext uri="{FF2B5EF4-FFF2-40B4-BE49-F238E27FC236}">
                  <a16:creationId xmlns:a16="http://schemas.microsoft.com/office/drawing/2014/main" id="{984073BF-FB75-8986-DF3C-477D0FC69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1458"/>
              <a:ext cx="32" cy="61"/>
            </a:xfrm>
            <a:custGeom>
              <a:avLst/>
              <a:gdLst>
                <a:gd name="T0" fmla="*/ 0 w 32"/>
                <a:gd name="T1" fmla="*/ 0 h 61"/>
                <a:gd name="T2" fmla="*/ 22 w 32"/>
                <a:gd name="T3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" h="61">
                  <a:moveTo>
                    <a:pt x="0" y="0"/>
                  </a:moveTo>
                  <a:cubicBezTo>
                    <a:pt x="22" y="11"/>
                    <a:pt x="32" y="38"/>
                    <a:pt x="22" y="61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23" name="Freeform 128">
              <a:extLst>
                <a:ext uri="{FF2B5EF4-FFF2-40B4-BE49-F238E27FC236}">
                  <a16:creationId xmlns:a16="http://schemas.microsoft.com/office/drawing/2014/main" id="{1D1CAA43-24FD-FF55-5234-72BF3F2EF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2" y="1519"/>
              <a:ext cx="177" cy="550"/>
            </a:xfrm>
            <a:custGeom>
              <a:avLst/>
              <a:gdLst>
                <a:gd name="T0" fmla="*/ 171 w 177"/>
                <a:gd name="T1" fmla="*/ 0 h 550"/>
                <a:gd name="T2" fmla="*/ 0 w 177"/>
                <a:gd name="T3" fmla="*/ 55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7" h="550">
                  <a:moveTo>
                    <a:pt x="171" y="0"/>
                  </a:moveTo>
                  <a:cubicBezTo>
                    <a:pt x="177" y="197"/>
                    <a:pt x="117" y="390"/>
                    <a:pt x="0" y="55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24" name="Freeform 129">
              <a:extLst>
                <a:ext uri="{FF2B5EF4-FFF2-40B4-BE49-F238E27FC236}">
                  <a16:creationId xmlns:a16="http://schemas.microsoft.com/office/drawing/2014/main" id="{C9E74272-212D-4CAA-62B2-226635C28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" y="2069"/>
              <a:ext cx="41" cy="146"/>
            </a:xfrm>
            <a:custGeom>
              <a:avLst/>
              <a:gdLst>
                <a:gd name="T0" fmla="*/ 41 w 41"/>
                <a:gd name="T1" fmla="*/ 0 h 146"/>
                <a:gd name="T2" fmla="*/ 22 w 41"/>
                <a:gd name="T3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1" h="146">
                  <a:moveTo>
                    <a:pt x="41" y="0"/>
                  </a:moveTo>
                  <a:cubicBezTo>
                    <a:pt x="8" y="41"/>
                    <a:pt x="0" y="97"/>
                    <a:pt x="22" y="146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25" name="Freeform 130">
              <a:extLst>
                <a:ext uri="{FF2B5EF4-FFF2-40B4-BE49-F238E27FC236}">
                  <a16:creationId xmlns:a16="http://schemas.microsoft.com/office/drawing/2014/main" id="{EDBC3BE9-48A1-3E6F-51A8-6975DCAC5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3" y="2215"/>
              <a:ext cx="13" cy="118"/>
            </a:xfrm>
            <a:custGeom>
              <a:avLst/>
              <a:gdLst>
                <a:gd name="T0" fmla="*/ 0 w 13"/>
                <a:gd name="T1" fmla="*/ 0 h 118"/>
                <a:gd name="T2" fmla="*/ 8 w 13"/>
                <a:gd name="T3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" h="118">
                  <a:moveTo>
                    <a:pt x="0" y="0"/>
                  </a:moveTo>
                  <a:cubicBezTo>
                    <a:pt x="10" y="38"/>
                    <a:pt x="13" y="78"/>
                    <a:pt x="8" y="118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26" name="Freeform 131">
              <a:extLst>
                <a:ext uri="{FF2B5EF4-FFF2-40B4-BE49-F238E27FC236}">
                  <a16:creationId xmlns:a16="http://schemas.microsoft.com/office/drawing/2014/main" id="{8E90B924-E20E-B89C-568D-55F134671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2333"/>
              <a:ext cx="68" cy="712"/>
            </a:xfrm>
            <a:custGeom>
              <a:avLst/>
              <a:gdLst>
                <a:gd name="T0" fmla="*/ 36 w 68"/>
                <a:gd name="T1" fmla="*/ 0 h 712"/>
                <a:gd name="T2" fmla="*/ 68 w 68"/>
                <a:gd name="T3" fmla="*/ 712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" h="712">
                  <a:moveTo>
                    <a:pt x="36" y="0"/>
                  </a:moveTo>
                  <a:cubicBezTo>
                    <a:pt x="0" y="237"/>
                    <a:pt x="11" y="479"/>
                    <a:pt x="68" y="712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27" name="Freeform 132">
              <a:extLst>
                <a:ext uri="{FF2B5EF4-FFF2-40B4-BE49-F238E27FC236}">
                  <a16:creationId xmlns:a16="http://schemas.microsoft.com/office/drawing/2014/main" id="{697BB8A9-B73E-D5C9-979E-46E954F20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1474"/>
              <a:ext cx="82" cy="253"/>
            </a:xfrm>
            <a:custGeom>
              <a:avLst/>
              <a:gdLst>
                <a:gd name="T0" fmla="*/ 0 w 82"/>
                <a:gd name="T1" fmla="*/ 253 h 253"/>
                <a:gd name="T2" fmla="*/ 79 w 82"/>
                <a:gd name="T3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2" h="253">
                  <a:moveTo>
                    <a:pt x="0" y="253"/>
                  </a:moveTo>
                  <a:cubicBezTo>
                    <a:pt x="55" y="180"/>
                    <a:pt x="82" y="91"/>
                    <a:pt x="79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28" name="Freeform 133">
              <a:extLst>
                <a:ext uri="{FF2B5EF4-FFF2-40B4-BE49-F238E27FC236}">
                  <a16:creationId xmlns:a16="http://schemas.microsoft.com/office/drawing/2014/main" id="{28667831-22FD-06E4-B947-C60DF3AD9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1683"/>
              <a:ext cx="85" cy="65"/>
            </a:xfrm>
            <a:custGeom>
              <a:avLst/>
              <a:gdLst>
                <a:gd name="T0" fmla="*/ 9 w 85"/>
                <a:gd name="T1" fmla="*/ 0 h 65"/>
                <a:gd name="T2" fmla="*/ 33 w 85"/>
                <a:gd name="T3" fmla="*/ 58 h 65"/>
                <a:gd name="T4" fmla="*/ 85 w 85"/>
                <a:gd name="T5" fmla="*/ 4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" h="65">
                  <a:moveTo>
                    <a:pt x="9" y="0"/>
                  </a:moveTo>
                  <a:cubicBezTo>
                    <a:pt x="0" y="23"/>
                    <a:pt x="10" y="49"/>
                    <a:pt x="33" y="58"/>
                  </a:cubicBezTo>
                  <a:cubicBezTo>
                    <a:pt x="52" y="65"/>
                    <a:pt x="73" y="60"/>
                    <a:pt x="85" y="44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29" name="Freeform 134">
              <a:extLst>
                <a:ext uri="{FF2B5EF4-FFF2-40B4-BE49-F238E27FC236}">
                  <a16:creationId xmlns:a16="http://schemas.microsoft.com/office/drawing/2014/main" id="{1585FDE4-AF8C-3A78-6E51-5FB41E563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3" y="1548"/>
              <a:ext cx="61" cy="45"/>
            </a:xfrm>
            <a:custGeom>
              <a:avLst/>
              <a:gdLst>
                <a:gd name="T0" fmla="*/ 61 w 61"/>
                <a:gd name="T1" fmla="*/ 0 h 45"/>
                <a:gd name="T2" fmla="*/ 0 w 61"/>
                <a:gd name="T3" fmla="*/ 3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1" h="45">
                  <a:moveTo>
                    <a:pt x="61" y="0"/>
                  </a:moveTo>
                  <a:cubicBezTo>
                    <a:pt x="55" y="27"/>
                    <a:pt x="28" y="45"/>
                    <a:pt x="0" y="39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30" name="Freeform 135">
              <a:extLst>
                <a:ext uri="{FF2B5EF4-FFF2-40B4-BE49-F238E27FC236}">
                  <a16:creationId xmlns:a16="http://schemas.microsoft.com/office/drawing/2014/main" id="{9A01967D-1F09-BE22-E791-D705AA1C4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" y="1650"/>
              <a:ext cx="99" cy="21"/>
            </a:xfrm>
            <a:custGeom>
              <a:avLst/>
              <a:gdLst>
                <a:gd name="T0" fmla="*/ 99 w 99"/>
                <a:gd name="T1" fmla="*/ 15 h 21"/>
                <a:gd name="T2" fmla="*/ 0 w 99"/>
                <a:gd name="T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" h="21">
                  <a:moveTo>
                    <a:pt x="99" y="15"/>
                  </a:moveTo>
                  <a:cubicBezTo>
                    <a:pt x="67" y="0"/>
                    <a:pt x="29" y="2"/>
                    <a:pt x="0" y="21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31" name="Freeform 136">
              <a:extLst>
                <a:ext uri="{FF2B5EF4-FFF2-40B4-BE49-F238E27FC236}">
                  <a16:creationId xmlns:a16="http://schemas.microsoft.com/office/drawing/2014/main" id="{C9A36428-BB47-FEE2-E164-C9A52D955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4" y="1716"/>
              <a:ext cx="96" cy="207"/>
            </a:xfrm>
            <a:custGeom>
              <a:avLst/>
              <a:gdLst>
                <a:gd name="T0" fmla="*/ 84 w 96"/>
                <a:gd name="T1" fmla="*/ 207 h 207"/>
                <a:gd name="T2" fmla="*/ 0 w 96"/>
                <a:gd name="T3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207">
                  <a:moveTo>
                    <a:pt x="84" y="207"/>
                  </a:moveTo>
                  <a:cubicBezTo>
                    <a:pt x="96" y="128"/>
                    <a:pt x="63" y="49"/>
                    <a:pt x="0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9575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Arial</vt:lpstr>
      <vt:lpstr>Arial Narrow</vt:lpstr>
      <vt:lpstr>Segoe UI</vt:lpstr>
      <vt:lpstr>Segoe UI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Stencil for PowerPoint</dc:title>
  <dc:creator>TSirc Group</dc:creator>
  <cp:lastModifiedBy>TSirc Group</cp:lastModifiedBy>
  <cp:revision>1</cp:revision>
  <dcterms:created xsi:type="dcterms:W3CDTF">2026-08-18T05:11:56Z</dcterms:created>
  <dcterms:modified xsi:type="dcterms:W3CDTF">2026-08-18T05:11:56Z</dcterms:modified>
</cp:coreProperties>
</file>